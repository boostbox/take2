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62" r:id="rId4"/>
    <p:sldId id="269" r:id="rId5"/>
    <p:sldId id="273" r:id="rId6"/>
    <p:sldId id="283" r:id="rId7"/>
    <p:sldId id="287" r:id="rId8"/>
    <p:sldId id="288" r:id="rId9"/>
    <p:sldId id="289" r:id="rId10"/>
    <p:sldId id="290" r:id="rId11"/>
    <p:sldId id="293" r:id="rId12"/>
    <p:sldId id="270" r:id="rId13"/>
    <p:sldId id="285" r:id="rId14"/>
    <p:sldId id="294" r:id="rId15"/>
    <p:sldId id="284" r:id="rId16"/>
    <p:sldId id="286" r:id="rId17"/>
    <p:sldId id="295" r:id="rId18"/>
    <p:sldId id="291" r:id="rId19"/>
    <p:sldId id="292" r:id="rId20"/>
    <p:sldId id="296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43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39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47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63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71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30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20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40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45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0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83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BF397-E9B3-4A39-BA8C-ED76B10DB6CA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16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ko-KR" altLang="en-US" dirty="0" smtClean="0"/>
              <a:t>플랫폼 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2738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822756"/>
              </p:ext>
            </p:extLst>
          </p:nvPr>
        </p:nvGraphicFramePr>
        <p:xfrm>
          <a:off x="420913" y="284242"/>
          <a:ext cx="11553372" cy="2291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7773">
                  <a:extLst>
                    <a:ext uri="{9D8B030D-6E8A-4147-A177-3AD203B41FA5}">
                      <a16:colId xmlns:a16="http://schemas.microsoft.com/office/drawing/2014/main" val="2507738743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799868519"/>
                    </a:ext>
                  </a:extLst>
                </a:gridCol>
                <a:gridCol w="5631542">
                  <a:extLst>
                    <a:ext uri="{9D8B030D-6E8A-4147-A177-3AD203B41FA5}">
                      <a16:colId xmlns:a16="http://schemas.microsoft.com/office/drawing/2014/main" val="4013902362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1334677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Mode private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양호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context.getsharedpreferences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prefs_file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4); </a:t>
                      </a:r>
                      <a:r>
                        <a:rPr lang="ko-KR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긴 한데</a:t>
                      </a:r>
                      <a:r>
                        <a:rPr lang="ko-KR" altLang="en-US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android:targetSdkVersion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="34"/&gt;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양호</a:t>
                      </a:r>
                      <a:endParaRPr lang="en-US" altLang="ko-K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Jadx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12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Stack</a:t>
                      </a:r>
                      <a:r>
                        <a:rPr lang="en-US" altLang="ko-KR" baseline="0" dirty="0" smtClean="0"/>
                        <a:t> canary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양호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Imports __</a:t>
                      </a:r>
                      <a:r>
                        <a:rPr lang="en-US" altLang="ko-KR" dirty="0" err="1" smtClean="0"/>
                        <a:t>stack_chk_fail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적용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기드라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448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ARC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양호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Imports </a:t>
                      </a:r>
                      <a:r>
                        <a:rPr lang="ko-KR" altLang="en-US" dirty="0" smtClean="0"/>
                        <a:t>항목 내에 </a:t>
                      </a:r>
                      <a:r>
                        <a:rPr lang="en-US" altLang="ko-KR" dirty="0" smtClean="0"/>
                        <a:t>_</a:t>
                      </a:r>
                      <a:r>
                        <a:rPr lang="en-US" altLang="ko-KR" dirty="0" err="1" smtClean="0"/>
                        <a:t>objc_retain</a:t>
                      </a:r>
                      <a:r>
                        <a:rPr lang="en-US" altLang="ko-KR" dirty="0" smtClean="0"/>
                        <a:t>, _</a:t>
                      </a:r>
                      <a:r>
                        <a:rPr lang="en-US" altLang="ko-KR" dirty="0" err="1" smtClean="0"/>
                        <a:t>objc_release</a:t>
                      </a:r>
                      <a:r>
                        <a:rPr lang="en-US" altLang="ko-KR" dirty="0" smtClean="0"/>
                        <a:t>, _</a:t>
                      </a:r>
                      <a:r>
                        <a:rPr lang="en-US" altLang="ko-KR" dirty="0" err="1" smtClean="0"/>
                        <a:t>objc_autorelease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함수들이 포함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기드라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81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aslr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양호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pt-BR" altLang="ko-KR" dirty="0" smtClean="0"/>
                        <a:t> 100000018 85 00 21 00     ddw       210085h                 flags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기드라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321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28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en-US" altLang="ko-KR" dirty="0" smtClean="0"/>
              <a:t>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3272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047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불충분한 권한 검증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3878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072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프로그램 무결성 검증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8497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11" y="371038"/>
            <a:ext cx="7496175" cy="41529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11" y="4752450"/>
            <a:ext cx="765810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036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95" y="201685"/>
            <a:ext cx="1026795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414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408302" y="138198"/>
            <a:ext cx="7668586" cy="6338103"/>
            <a:chOff x="1408302" y="138198"/>
            <a:chExt cx="7668586" cy="6338103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6324" y="138198"/>
              <a:ext cx="3570564" cy="6335087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8302" y="138198"/>
              <a:ext cx="3570564" cy="6338103"/>
            </a:xfrm>
            <a:prstGeom prst="rect">
              <a:avLst/>
            </a:prstGeom>
          </p:spPr>
        </p:pic>
        <p:cxnSp>
          <p:nvCxnSpPr>
            <p:cNvPr id="5" name="직선 화살표 연결선 4"/>
            <p:cNvCxnSpPr/>
            <p:nvPr/>
          </p:nvCxnSpPr>
          <p:spPr>
            <a:xfrm>
              <a:off x="5087399" y="3213462"/>
              <a:ext cx="310392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2271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815281" y="998290"/>
            <a:ext cx="142058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솔루션 사용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204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데이터 백업 및 디버깅 제한 설정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7381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33" y="1822966"/>
            <a:ext cx="9715500" cy="358140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618341" y="5643586"/>
            <a:ext cx="3083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android:allowBackup</a:t>
            </a:r>
            <a:r>
              <a:rPr lang="ko-KR" altLang="en-US" dirty="0"/>
              <a:t>="</a:t>
            </a:r>
            <a:r>
              <a:rPr lang="ko-KR" altLang="en-US" dirty="0" err="1"/>
              <a:t>true</a:t>
            </a:r>
            <a:r>
              <a:rPr lang="ko-KR" altLang="en-US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504899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11273" y="1719743"/>
            <a:ext cx="142058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솔루션 사용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7373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네트워크 보안 구성 적용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8214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9" y="1742921"/>
            <a:ext cx="9715500" cy="358140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889137" y="769582"/>
            <a:ext cx="378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android:usesCleartextTraffic</a:t>
            </a:r>
            <a:r>
              <a:rPr lang="ko-KR" altLang="en-US" dirty="0"/>
              <a:t>="</a:t>
            </a:r>
            <a:r>
              <a:rPr lang="ko-KR" altLang="en-US" dirty="0" err="1"/>
              <a:t>true</a:t>
            </a:r>
            <a:r>
              <a:rPr lang="ko-KR" altLang="en-US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207443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53" y="403257"/>
            <a:ext cx="9949345" cy="558381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999839" y="2541864"/>
            <a:ext cx="1979801" cy="1761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179428" y="5987073"/>
            <a:ext cx="64633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취약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685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애플리케이션 전송 보안</a:t>
            </a:r>
            <a:r>
              <a:rPr lang="en-US" altLang="ko-KR" dirty="0" smtClean="0"/>
              <a:t>(ATS) </a:t>
            </a:r>
            <a:r>
              <a:rPr lang="ko-KR" altLang="en-US" dirty="0" smtClean="0"/>
              <a:t>설정 </a:t>
            </a:r>
            <a:r>
              <a:rPr lang="en-US" altLang="ko-KR" dirty="0" smtClean="0"/>
              <a:t>iOS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5851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847192" y="484356"/>
            <a:ext cx="3721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 smtClean="0"/>
              <a:t>NSAllowsArbitraryLoads</a:t>
            </a:r>
            <a:r>
              <a:rPr lang="en-US" altLang="ko-KR" dirty="0"/>
              <a:t> </a:t>
            </a:r>
            <a:r>
              <a:rPr lang="en-US" altLang="ko-KR" dirty="0" smtClean="0"/>
              <a:t>true 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81" y="1138914"/>
            <a:ext cx="8889403" cy="534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609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37" y="276837"/>
            <a:ext cx="11041257" cy="619662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056851" y="4479721"/>
            <a:ext cx="2181138" cy="30200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913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accent4">
            <a:lumMod val="40000"/>
            <a:lumOff val="60000"/>
          </a:schemeClr>
        </a:solidFill>
        <a:ln w="25400">
          <a:solidFill>
            <a:srgbClr val="FF0000"/>
          </a:solidFill>
        </a:ln>
      </a:spPr>
      <a:bodyPr wrap="non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3675</TotalTime>
  <Words>87</Words>
  <Application>Microsoft Office PowerPoint</Application>
  <PresentationFormat>와이드스크린</PresentationFormat>
  <Paragraphs>29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플랫폼 앱</vt:lpstr>
      <vt:lpstr>PowerPoint 프레젠테이션</vt:lpstr>
      <vt:lpstr>/</vt:lpstr>
      <vt:lpstr>PowerPoint 프레젠테이션</vt:lpstr>
      <vt:lpstr>불충분한 권한 검증</vt:lpstr>
      <vt:lpstr>PowerPoint 프레젠테이션</vt:lpstr>
      <vt:lpstr>프로그램 무결성 검증</vt:lpstr>
      <vt:lpstr>PowerPoint 프레젠테이션</vt:lpstr>
      <vt:lpstr>PowerPoint 프레젠테이션</vt:lpstr>
      <vt:lpstr>PowerPoint 프레젠테이션</vt:lpstr>
      <vt:lpstr>PowerPoint 프레젠테이션</vt:lpstr>
      <vt:lpstr>데이터 백업 및 디버깅 제한 설정</vt:lpstr>
      <vt:lpstr>PowerPoint 프레젠테이션</vt:lpstr>
      <vt:lpstr>PowerPoint 프레젠테이션</vt:lpstr>
      <vt:lpstr>네트워크 보안 구성 적용</vt:lpstr>
      <vt:lpstr>PowerPoint 프레젠테이션</vt:lpstr>
      <vt:lpstr>PowerPoint 프레젠테이션</vt:lpstr>
      <vt:lpstr>애플리케이션 전송 보안(ATS) 설정 iOS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서비스센터</dc:title>
  <dc:creator>user</dc:creator>
  <cp:lastModifiedBy>user</cp:lastModifiedBy>
  <cp:revision>48</cp:revision>
  <dcterms:created xsi:type="dcterms:W3CDTF">2026-03-30T04:52:57Z</dcterms:created>
  <dcterms:modified xsi:type="dcterms:W3CDTF">2026-07-08T04:34:54Z</dcterms:modified>
</cp:coreProperties>
</file>