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7" r:id="rId4"/>
    <p:sldId id="284" r:id="rId5"/>
    <p:sldId id="285" r:id="rId6"/>
    <p:sldId id="286" r:id="rId7"/>
    <p:sldId id="288" r:id="rId8"/>
    <p:sldId id="287" r:id="rId9"/>
    <p:sldId id="293" r:id="rId10"/>
    <p:sldId id="294" r:id="rId11"/>
    <p:sldId id="289" r:id="rId12"/>
    <p:sldId id="290" r:id="rId13"/>
    <p:sldId id="291" r:id="rId14"/>
    <p:sldId id="292" r:id="rId15"/>
    <p:sldId id="280" r:id="rId16"/>
    <p:sldId id="281" r:id="rId17"/>
    <p:sldId id="282" r:id="rId18"/>
    <p:sldId id="283" r:id="rId19"/>
    <p:sldId id="278" r:id="rId20"/>
    <p:sldId id="279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9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7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63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1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0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20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40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5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3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BF397-E9B3-4A39-BA8C-ED76B10DB6CA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ko-KR" altLang="en-US" dirty="0" err="1" smtClean="0"/>
              <a:t>매직몰</a:t>
            </a:r>
            <a:r>
              <a:rPr lang="en-US" altLang="ko-KR" dirty="0" smtClean="0"/>
              <a:t> iOS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앱스토어 다운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38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권한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06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60" y="352338"/>
            <a:ext cx="3547196" cy="62946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982" y="352338"/>
            <a:ext cx="3547196" cy="629462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972" y="352338"/>
            <a:ext cx="3547195" cy="629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1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226327" y="297635"/>
            <a:ext cx="8115300" cy="5524500"/>
            <a:chOff x="612221" y="389914"/>
            <a:chExt cx="8115300" cy="552450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221" y="389914"/>
              <a:ext cx="8115300" cy="5524500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8161" y="4904064"/>
              <a:ext cx="1162050" cy="304800"/>
            </a:xfrm>
            <a:prstGeom prst="rect">
              <a:avLst/>
            </a:prstGeom>
          </p:spPr>
        </p:pic>
        <p:cxnSp>
          <p:nvCxnSpPr>
            <p:cNvPr id="5" name="직선 화살표 연결선 4"/>
            <p:cNvCxnSpPr>
              <a:stCxn id="3" idx="2"/>
            </p:cNvCxnSpPr>
            <p:nvPr/>
          </p:nvCxnSpPr>
          <p:spPr>
            <a:xfrm flipH="1">
              <a:off x="1459684" y="5208864"/>
              <a:ext cx="1599502" cy="4117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4689446" y="4135772"/>
            <a:ext cx="386195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fINo</a:t>
            </a:r>
            <a:r>
              <a:rPr lang="ko-KR" altLang="en-US" dirty="0" smtClean="0"/>
              <a:t>값을 </a:t>
            </a:r>
            <a:r>
              <a:rPr lang="en-US" altLang="ko-KR" dirty="0" smtClean="0"/>
              <a:t>122671 </a:t>
            </a:r>
            <a:r>
              <a:rPr lang="en-US" altLang="ko-KR" dirty="0" smtClean="0">
                <a:sym typeface="Wingdings" panose="05000000000000000000" pitchFamily="2" charset="2"/>
              </a:rPr>
              <a:t> 122661</a:t>
            </a:r>
            <a:r>
              <a:rPr lang="ko-KR" altLang="en-US" dirty="0" smtClean="0">
                <a:sym typeface="Wingdings" panose="05000000000000000000" pitchFamily="2" charset="2"/>
              </a:rPr>
              <a:t>로 변조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5355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0235" y="5931017"/>
            <a:ext cx="305083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타인 업로드 파일 열람 가능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91" y="95250"/>
            <a:ext cx="10755096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34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60" y="365925"/>
            <a:ext cx="3547196" cy="629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37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네트워크 보안 구성 적용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423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942975"/>
            <a:ext cx="1068705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7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612993" y="5349015"/>
            <a:ext cx="395204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NSAllowsArbitraryLoads</a:t>
            </a:r>
            <a:r>
              <a:rPr lang="ko-KR" altLang="en-US" dirty="0" smtClean="0"/>
              <a:t>값 </a:t>
            </a:r>
            <a:r>
              <a:rPr lang="en-US" altLang="ko-KR" dirty="0" smtClean="0"/>
              <a:t>true </a:t>
            </a:r>
            <a:r>
              <a:rPr lang="ko-KR" altLang="en-US" dirty="0" smtClean="0"/>
              <a:t>설정</a:t>
            </a:r>
            <a:endParaRPr lang="ko-KR" altLang="en-US" dirty="0" smtClean="0"/>
          </a:p>
        </p:txBody>
      </p:sp>
      <p:grpSp>
        <p:nvGrpSpPr>
          <p:cNvPr id="11" name="그룹 10"/>
          <p:cNvGrpSpPr/>
          <p:nvPr/>
        </p:nvGrpSpPr>
        <p:grpSpPr>
          <a:xfrm>
            <a:off x="847813" y="1039687"/>
            <a:ext cx="6134100" cy="2571750"/>
            <a:chOff x="847813" y="1039687"/>
            <a:chExt cx="6134100" cy="257175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7813" y="1039687"/>
              <a:ext cx="6134100" cy="257175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4238" y="1855318"/>
              <a:ext cx="4257675" cy="1752600"/>
            </a:xfrm>
            <a:prstGeom prst="rect">
              <a:avLst/>
            </a:prstGeom>
          </p:spPr>
        </p:pic>
        <p:cxnSp>
          <p:nvCxnSpPr>
            <p:cNvPr id="10" name="직선 화살표 연결선 9"/>
            <p:cNvCxnSpPr/>
            <p:nvPr/>
          </p:nvCxnSpPr>
          <p:spPr>
            <a:xfrm flipV="1">
              <a:off x="1974850" y="2965450"/>
              <a:ext cx="749388" cy="635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469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12" y="96322"/>
            <a:ext cx="2082370" cy="23436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13233" y="2591917"/>
            <a:ext cx="167652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Stack Canary </a:t>
            </a:r>
            <a:r>
              <a:rPr lang="ko-KR" altLang="en-US" sz="1400" dirty="0" smtClean="0"/>
              <a:t>적용</a:t>
            </a:r>
            <a:endParaRPr lang="ko-KR" altLang="en-US" sz="1400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223" y="96322"/>
            <a:ext cx="2067344" cy="23267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72923" y="2591917"/>
            <a:ext cx="99194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ARC </a:t>
            </a:r>
            <a:r>
              <a:rPr lang="ko-KR" altLang="en-US" sz="1400" dirty="0" smtClean="0"/>
              <a:t>적용</a:t>
            </a:r>
            <a:endParaRPr lang="ko-KR" altLang="en-US" sz="1400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312" y="3314967"/>
            <a:ext cx="5421994" cy="28016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94665" y="6224148"/>
            <a:ext cx="105328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smtClean="0"/>
              <a:t>ASLR </a:t>
            </a:r>
            <a:r>
              <a:rPr lang="ko-KR" altLang="en-US" sz="1400" dirty="0" smtClean="0"/>
              <a:t>적용</a:t>
            </a:r>
            <a:endParaRPr lang="ko-KR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740199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데이터 백업 및 디버깅 제한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6191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942975"/>
            <a:ext cx="1068705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1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앱 컴포넌트 보호</a:t>
            </a:r>
            <a:r>
              <a:rPr lang="en-US" altLang="ko-KR" dirty="0" smtClean="0"/>
              <a:t>(Android)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95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492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프로그램 무결성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8397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4" y="176328"/>
            <a:ext cx="11225212" cy="9604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6628" y="1386038"/>
            <a:ext cx="10822963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명령어</a:t>
            </a:r>
            <a:r>
              <a:rPr lang="en-US" altLang="ko-KR" dirty="0" smtClean="0"/>
              <a:t>&gt;</a:t>
            </a:r>
          </a:p>
          <a:p>
            <a:r>
              <a:rPr lang="en-US" altLang="ko-KR" dirty="0"/>
              <a:t>find /</a:t>
            </a:r>
            <a:r>
              <a:rPr lang="en-US" altLang="ko-KR" dirty="0" err="1"/>
              <a:t>var</a:t>
            </a:r>
            <a:r>
              <a:rPr lang="en-US" altLang="ko-KR" dirty="0"/>
              <a:t>/containers/Bundle/Application/ -name </a:t>
            </a:r>
            <a:r>
              <a:rPr lang="en-US" altLang="ko-KR" dirty="0" err="1" smtClean="0"/>
              <a:t>SKMagicMall.app</a:t>
            </a:r>
            <a:r>
              <a:rPr lang="en-US" altLang="ko-KR" dirty="0" smtClean="0"/>
              <a:t> </a:t>
            </a:r>
          </a:p>
          <a:p>
            <a:r>
              <a:rPr lang="ko-KR" altLang="en-US" dirty="0" smtClean="0"/>
              <a:t>설치 경로 확인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cd /</a:t>
            </a:r>
            <a:r>
              <a:rPr lang="en-US" altLang="ko-KR" dirty="0" err="1"/>
              <a:t>var</a:t>
            </a:r>
            <a:r>
              <a:rPr lang="en-US" altLang="ko-KR" dirty="0"/>
              <a:t>/containers/Bundle/Application//</a:t>
            </a:r>
            <a:r>
              <a:rPr lang="en-US" altLang="ko-KR" dirty="0" smtClean="0"/>
              <a:t>C7A36EF2-8900-4B7B-98B8-C5CEA205DA83/</a:t>
            </a:r>
            <a:r>
              <a:rPr lang="en-US" altLang="ko-KR" dirty="0" err="1" smtClean="0"/>
              <a:t>SKMagicMall.app</a:t>
            </a:r>
            <a:endParaRPr lang="en-US" altLang="ko-KR" dirty="0" smtClean="0"/>
          </a:p>
          <a:p>
            <a:r>
              <a:rPr lang="ko-KR" altLang="en-US" dirty="0" smtClean="0"/>
              <a:t>설치 경로 이동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/>
              <a:t>openssl</a:t>
            </a:r>
            <a:r>
              <a:rPr lang="en-US" altLang="ko-KR" dirty="0"/>
              <a:t> </a:t>
            </a:r>
            <a:r>
              <a:rPr lang="en-US" altLang="ko-KR" dirty="0" err="1"/>
              <a:t>dgst</a:t>
            </a:r>
            <a:r>
              <a:rPr lang="en-US" altLang="ko-KR" dirty="0"/>
              <a:t> -sha256 </a:t>
            </a:r>
            <a:r>
              <a:rPr lang="en-US" altLang="ko-KR" dirty="0" err="1" smtClean="0"/>
              <a:t>SKMagicMall</a:t>
            </a:r>
            <a:endParaRPr lang="en-US" altLang="ko-KR" dirty="0" smtClean="0"/>
          </a:p>
          <a:p>
            <a:r>
              <a:rPr lang="ko-KR" altLang="en-US" dirty="0" smtClean="0"/>
              <a:t>해시 확인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6628" y="4291567"/>
            <a:ext cx="10610597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결과</a:t>
            </a:r>
            <a:r>
              <a:rPr lang="en-US" altLang="ko-KR" dirty="0" smtClean="0"/>
              <a:t>&gt;</a:t>
            </a:r>
          </a:p>
          <a:p>
            <a:r>
              <a:rPr lang="en-US" altLang="ko-KR" dirty="0"/>
              <a:t>/</a:t>
            </a:r>
            <a:r>
              <a:rPr lang="en-US" altLang="ko-KR" dirty="0" err="1"/>
              <a:t>var</a:t>
            </a:r>
            <a:r>
              <a:rPr lang="en-US" altLang="ko-KR" dirty="0"/>
              <a:t>/containers/Bundle/Application//C7A36EF2-8900-4B7B-98B8-C5CEA205DA83/</a:t>
            </a:r>
            <a:r>
              <a:rPr lang="en-US" altLang="ko-KR" dirty="0" err="1"/>
              <a:t>SKMagicMall.app</a:t>
            </a:r>
            <a:endParaRPr lang="en-US" altLang="ko-KR" dirty="0" smtClean="0"/>
          </a:p>
          <a:p>
            <a:r>
              <a:rPr lang="ko-KR" altLang="en-US" dirty="0" smtClean="0"/>
              <a:t>획득한 경로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SHA256(</a:t>
            </a:r>
            <a:r>
              <a:rPr lang="en-US" altLang="ko-KR" dirty="0" err="1"/>
              <a:t>SKMagicMall</a:t>
            </a:r>
            <a:r>
              <a:rPr lang="en-US" altLang="ko-KR" dirty="0"/>
              <a:t>)= f382ca42444815272e5b18ee11c52080f3860169b9571ef0b7edb006c790261f</a:t>
            </a:r>
          </a:p>
          <a:p>
            <a:r>
              <a:rPr lang="ko-KR" altLang="en-US" dirty="0" smtClean="0"/>
              <a:t>획득한 원본 해시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2504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56" y="124264"/>
            <a:ext cx="11231729" cy="63422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19116" y="1242279"/>
            <a:ext cx="7919156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ko-KR" altLang="en-US" dirty="0" err="1"/>
              <a:t>echo</a:t>
            </a:r>
            <a:r>
              <a:rPr lang="ko-KR" altLang="en-US" dirty="0"/>
              <a:t> "TEST_BY_SECURITY" &gt;&gt; </a:t>
            </a:r>
            <a:r>
              <a:rPr lang="ko-KR" altLang="en-US" dirty="0" err="1" smtClean="0"/>
              <a:t>SKMagicMall</a:t>
            </a:r>
            <a:endParaRPr lang="en-US" altLang="ko-KR" dirty="0" smtClean="0"/>
          </a:p>
          <a:p>
            <a:r>
              <a:rPr lang="ko-KR" altLang="en-US" dirty="0"/>
              <a:t>바이너리 변조 명령어 </a:t>
            </a:r>
            <a:r>
              <a:rPr lang="en-US" altLang="ko-KR" dirty="0"/>
              <a:t>(</a:t>
            </a:r>
            <a:r>
              <a:rPr lang="ko-KR" altLang="en-US" dirty="0"/>
              <a:t>파일 끝 특정 데이터를 추가해 파일 내용 강제 수정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r>
              <a:rPr lang="en-US" altLang="ko-KR" dirty="0" err="1"/>
              <a:t>openssl</a:t>
            </a:r>
            <a:r>
              <a:rPr lang="en-US" altLang="ko-KR" dirty="0"/>
              <a:t> </a:t>
            </a:r>
            <a:r>
              <a:rPr lang="en-US" altLang="ko-KR" dirty="0" err="1"/>
              <a:t>dgst</a:t>
            </a:r>
            <a:r>
              <a:rPr lang="en-US" altLang="ko-KR" dirty="0"/>
              <a:t> -sha256 </a:t>
            </a:r>
            <a:r>
              <a:rPr lang="en-US" altLang="ko-KR" dirty="0" err="1"/>
              <a:t>SKMagicMall</a:t>
            </a:r>
            <a:endParaRPr lang="en-US" altLang="ko-KR" dirty="0"/>
          </a:p>
          <a:p>
            <a:r>
              <a:rPr lang="ko-KR" altLang="en-US" dirty="0" err="1" smtClean="0"/>
              <a:t>해시값</a:t>
            </a:r>
            <a:r>
              <a:rPr lang="ko-KR" altLang="en-US" dirty="0" smtClean="0"/>
              <a:t> 변경 여부 확인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19116" y="3203395"/>
            <a:ext cx="7886298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SHA256(</a:t>
            </a:r>
            <a:r>
              <a:rPr lang="ko-KR" altLang="en-US" dirty="0" err="1"/>
              <a:t>SKMagicMall</a:t>
            </a:r>
            <a:r>
              <a:rPr lang="ko-KR" altLang="en-US" dirty="0"/>
              <a:t>)= </a:t>
            </a:r>
            <a:r>
              <a:rPr lang="ko-KR" altLang="en-US" dirty="0" smtClean="0"/>
              <a:t>8a1e66ca07f2fd67a14260397c336fef92decf708fc4154bb4582cb87632d17b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해시값</a:t>
            </a:r>
            <a:r>
              <a:rPr lang="ko-KR" altLang="en-US" dirty="0" smtClean="0"/>
              <a:t> 바뀜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539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21" y="577515"/>
            <a:ext cx="3236420" cy="574006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679" y="1874821"/>
            <a:ext cx="78771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480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en-US" altLang="ko-KR" dirty="0"/>
              <a:t>OS </a:t>
            </a:r>
            <a:r>
              <a:rPr lang="ko-KR" altLang="en-US" dirty="0"/>
              <a:t>변조 탐지 기능 적용</a:t>
            </a:r>
          </a:p>
        </p:txBody>
      </p:sp>
    </p:spTree>
    <p:extLst>
      <p:ext uri="{BB962C8B-B14F-4D97-AF65-F5344CB8AC3E}">
        <p14:creationId xmlns:p14="http://schemas.microsoft.com/office/powerpoint/2010/main" val="785773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00534" y="2636955"/>
            <a:ext cx="6096000" cy="369331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>
            <a:spAutoFit/>
          </a:bodyPr>
          <a:lstStyle/>
          <a:p>
            <a:r>
              <a:rPr lang="en-US" altLang="ko-KR" dirty="0" err="1"/>
              <a:t>gim</a:t>
            </a:r>
            <a:r>
              <a:rPr lang="en-US" altLang="ko-KR" dirty="0"/>
              <a:t>-</a:t>
            </a:r>
            <a:r>
              <a:rPr lang="en-US" altLang="ko-KR" dirty="0" err="1"/>
              <a:t>eunhuui</a:t>
            </a:r>
            <a:r>
              <a:rPr lang="en-US" altLang="ko-KR" dirty="0"/>
              <a:t>-iPhone:~ root# id</a:t>
            </a:r>
          </a:p>
          <a:p>
            <a:r>
              <a:rPr lang="en-US" altLang="ko-KR" dirty="0" err="1"/>
              <a:t>uid</a:t>
            </a:r>
            <a:r>
              <a:rPr lang="en-US" altLang="ko-KR" dirty="0"/>
              <a:t>=0(root) </a:t>
            </a:r>
            <a:r>
              <a:rPr lang="en-US" altLang="ko-KR" dirty="0" err="1"/>
              <a:t>gid</a:t>
            </a:r>
            <a:r>
              <a:rPr lang="en-US" altLang="ko-KR" dirty="0"/>
              <a:t>=0(wheel) groups=0(wheel),1(daemon),2(</a:t>
            </a:r>
            <a:r>
              <a:rPr lang="en-US" altLang="ko-KR" dirty="0" err="1"/>
              <a:t>kmem</a:t>
            </a:r>
            <a:r>
              <a:rPr lang="en-US" altLang="ko-KR" dirty="0"/>
              <a:t>),3(sys),4(</a:t>
            </a:r>
            <a:r>
              <a:rPr lang="en-US" altLang="ko-KR" dirty="0" err="1"/>
              <a:t>tty</a:t>
            </a:r>
            <a:r>
              <a:rPr lang="en-US" altLang="ko-KR" dirty="0"/>
              <a:t>),5(operator),8(</a:t>
            </a:r>
            <a:r>
              <a:rPr lang="en-US" altLang="ko-KR" dirty="0" err="1"/>
              <a:t>procview</a:t>
            </a:r>
            <a:r>
              <a:rPr lang="en-US" altLang="ko-KR" dirty="0"/>
              <a:t>),9(</a:t>
            </a:r>
            <a:r>
              <a:rPr lang="en-US" altLang="ko-KR" dirty="0" err="1"/>
              <a:t>procmod</a:t>
            </a:r>
            <a:r>
              <a:rPr lang="en-US" altLang="ko-KR" dirty="0"/>
              <a:t>),20(staff),29(</a:t>
            </a:r>
            <a:r>
              <a:rPr lang="en-US" altLang="ko-KR" dirty="0" err="1"/>
              <a:t>certusers</a:t>
            </a:r>
            <a:r>
              <a:rPr lang="en-US" altLang="ko-KR" dirty="0"/>
              <a:t>),80(admin)</a:t>
            </a:r>
          </a:p>
          <a:p>
            <a:r>
              <a:rPr lang="en-US" altLang="ko-KR" dirty="0" err="1"/>
              <a:t>gim</a:t>
            </a:r>
            <a:r>
              <a:rPr lang="en-US" altLang="ko-KR" dirty="0"/>
              <a:t>-</a:t>
            </a:r>
            <a:r>
              <a:rPr lang="en-US" altLang="ko-KR" dirty="0" err="1"/>
              <a:t>eunhuui</a:t>
            </a:r>
            <a:r>
              <a:rPr lang="en-US" altLang="ko-KR" dirty="0"/>
              <a:t>-iPhone:~ root# </a:t>
            </a:r>
            <a:r>
              <a:rPr lang="en-US" altLang="ko-KR" dirty="0" err="1"/>
              <a:t>ps</a:t>
            </a:r>
            <a:r>
              <a:rPr lang="en-US" altLang="ko-KR" dirty="0"/>
              <a:t> aux | </a:t>
            </a:r>
            <a:r>
              <a:rPr lang="en-US" altLang="ko-KR" dirty="0" err="1"/>
              <a:t>grep</a:t>
            </a:r>
            <a:r>
              <a:rPr lang="en-US" altLang="ko-KR" dirty="0"/>
              <a:t> </a:t>
            </a:r>
            <a:r>
              <a:rPr lang="en-US" altLang="ko-KR" dirty="0" err="1"/>
              <a:t>SKMagicMall</a:t>
            </a:r>
            <a:endParaRPr lang="en-US" altLang="ko-KR" dirty="0"/>
          </a:p>
          <a:p>
            <a:r>
              <a:rPr lang="en-US" altLang="ko-KR" dirty="0"/>
              <a:t>mobile          2158   0.2  1.8  4837656  18176   ??  </a:t>
            </a:r>
            <a:r>
              <a:rPr lang="en-US" altLang="ko-KR" dirty="0" err="1"/>
              <a:t>Ss</a:t>
            </a:r>
            <a:r>
              <a:rPr lang="en-US" altLang="ko-KR" dirty="0"/>
              <a:t>    1:35PM   0:01.37 /</a:t>
            </a:r>
            <a:r>
              <a:rPr lang="en-US" altLang="ko-KR" dirty="0" err="1"/>
              <a:t>var</a:t>
            </a:r>
            <a:r>
              <a:rPr lang="en-US" altLang="ko-KR" dirty="0"/>
              <a:t>/containers/Bundle/Application/FAFEB095-3589-4D7D-AC3C-4096EBAFE8A1/</a:t>
            </a:r>
            <a:r>
              <a:rPr lang="en-US" altLang="ko-KR" dirty="0" err="1"/>
              <a:t>SKMagicMall.app</a:t>
            </a:r>
            <a:r>
              <a:rPr lang="en-US" altLang="ko-KR" dirty="0"/>
              <a:t>/</a:t>
            </a:r>
            <a:r>
              <a:rPr lang="en-US" altLang="ko-KR" dirty="0" err="1"/>
              <a:t>SKMagicMall</a:t>
            </a:r>
            <a:endParaRPr lang="en-US" altLang="ko-KR" dirty="0"/>
          </a:p>
          <a:p>
            <a:r>
              <a:rPr lang="en-US" altLang="ko-KR" dirty="0"/>
              <a:t>root            2165   0.0  0.0  4196368     20 s000  R+    1:35PM   0:00.01 </a:t>
            </a:r>
            <a:r>
              <a:rPr lang="en-US" altLang="ko-KR" dirty="0" err="1"/>
              <a:t>grep</a:t>
            </a:r>
            <a:r>
              <a:rPr lang="en-US" altLang="ko-KR" dirty="0"/>
              <a:t> </a:t>
            </a:r>
            <a:r>
              <a:rPr lang="en-US" altLang="ko-KR" dirty="0" err="1"/>
              <a:t>SKMagicMall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761" y="404261"/>
            <a:ext cx="3442647" cy="610582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404261"/>
            <a:ext cx="81534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85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>
        <a:spAutoFit/>
      </a:bodyPr>
      <a:lstStyle>
        <a:defPPr>
          <a:defRPr dirty="0" err="1"/>
        </a:defPPr>
      </a:lst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1966</TotalTime>
  <Words>196</Words>
  <Application>Microsoft Office PowerPoint</Application>
  <PresentationFormat>와이드스크린</PresentationFormat>
  <Paragraphs>43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Wingdings</vt:lpstr>
      <vt:lpstr>Office 테마</vt:lpstr>
      <vt:lpstr>매직몰 iOS</vt:lpstr>
      <vt:lpstr>불충분한 권한 검증</vt:lpstr>
      <vt:lpstr>PowerPoint 프레젠테이션</vt:lpstr>
      <vt:lpstr>PowerPoint 프레젠테이션</vt:lpstr>
      <vt:lpstr>PowerPoint 프레젠테이션</vt:lpstr>
      <vt:lpstr>PowerPoint 프레젠테이션</vt:lpstr>
      <vt:lpstr>네트워크 보안 구성 적용</vt:lpstr>
      <vt:lpstr>PowerPoint 프레젠테이션</vt:lpstr>
      <vt:lpstr>PowerPoint 프레젠테이션</vt:lpstr>
      <vt:lpstr>PowerPoint 프레젠테이션</vt:lpstr>
      <vt:lpstr>데이터 백업 및 디버깅 제한 설정</vt:lpstr>
      <vt:lpstr>PowerPoint 프레젠테이션</vt:lpstr>
      <vt:lpstr>앱 컴포넌트 보호(Android)</vt:lpstr>
      <vt:lpstr>PowerPoint 프레젠테이션</vt:lpstr>
      <vt:lpstr>프로그램 무결성 검증</vt:lpstr>
      <vt:lpstr>PowerPoint 프레젠테이션</vt:lpstr>
      <vt:lpstr>PowerPoint 프레젠테이션</vt:lpstr>
      <vt:lpstr>PowerPoint 프레젠테이션</vt:lpstr>
      <vt:lpstr>OS 변조 탐지 기능 적용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서비스센터</dc:title>
  <dc:creator>user</dc:creator>
  <cp:lastModifiedBy>user</cp:lastModifiedBy>
  <cp:revision>38</cp:revision>
  <dcterms:created xsi:type="dcterms:W3CDTF">2026-03-30T04:52:57Z</dcterms:created>
  <dcterms:modified xsi:type="dcterms:W3CDTF">2026-04-16T07:19:27Z</dcterms:modified>
</cp:coreProperties>
</file>