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1" r:id="rId3"/>
    <p:sldId id="299" r:id="rId4"/>
    <p:sldId id="275" r:id="rId5"/>
    <p:sldId id="300" r:id="rId6"/>
    <p:sldId id="301" r:id="rId7"/>
    <p:sldId id="302" r:id="rId8"/>
    <p:sldId id="304" r:id="rId9"/>
    <p:sldId id="295" r:id="rId10"/>
    <p:sldId id="292" r:id="rId11"/>
    <p:sldId id="274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96" r:id="rId21"/>
    <p:sldId id="297" r:id="rId22"/>
    <p:sldId id="298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3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43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395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473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632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710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307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2207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408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45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00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837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BF397-E9B3-4A39-BA8C-ED76B10DB6CA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71EE8-652F-4196-8917-2487B608F4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164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ko-KR" altLang="en-US" dirty="0" err="1" smtClean="0"/>
              <a:t>나무엑스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https://www.namuhx.com/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738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>
          <a:xfrm>
            <a:off x="1524000" y="2296822"/>
            <a:ext cx="9144000" cy="2387600"/>
          </a:xfrm>
        </p:spPr>
        <p:txBody>
          <a:bodyPr anchor="ctr"/>
          <a:lstStyle/>
          <a:p>
            <a:r>
              <a:rPr lang="en-US" altLang="ko-KR" smtClean="0"/>
              <a:t>6 </a:t>
            </a:r>
            <a:r>
              <a:rPr lang="ko-KR" altLang="en-US" smtClean="0"/>
              <a:t>크로스사이트 스크립트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9871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296636" y="374760"/>
            <a:ext cx="11049460" cy="6227376"/>
            <a:chOff x="296636" y="374760"/>
            <a:chExt cx="11049460" cy="6227376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6636" y="374760"/>
              <a:ext cx="11049460" cy="6227376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4379053" y="813732"/>
              <a:ext cx="369116" cy="268448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3607266" y="3162650"/>
              <a:ext cx="1593908" cy="2348917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cxnSp>
          <p:nvCxnSpPr>
            <p:cNvPr id="6" name="직선 화살표 연결선 5"/>
            <p:cNvCxnSpPr/>
            <p:nvPr/>
          </p:nvCxnSpPr>
          <p:spPr>
            <a:xfrm flipH="1">
              <a:off x="4261607" y="1216404"/>
              <a:ext cx="302004" cy="1778466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2956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513100" y="177423"/>
            <a:ext cx="10790789" cy="6619786"/>
            <a:chOff x="747991" y="68366"/>
            <a:chExt cx="10790789" cy="6619786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7991" y="68366"/>
              <a:ext cx="10790789" cy="6619786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9781563" y="1124125"/>
              <a:ext cx="1090569" cy="201336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cxnSp>
          <p:nvCxnSpPr>
            <p:cNvPr id="5" name="직선 화살표 연결선 4"/>
            <p:cNvCxnSpPr/>
            <p:nvPr/>
          </p:nvCxnSpPr>
          <p:spPr>
            <a:xfrm flipH="1">
              <a:off x="9714451" y="1484851"/>
              <a:ext cx="612396" cy="4723002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1888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779392" y="341624"/>
            <a:ext cx="10706362" cy="6034010"/>
            <a:chOff x="871671" y="467458"/>
            <a:chExt cx="10706362" cy="6034010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1671" y="467458"/>
              <a:ext cx="10706362" cy="6034010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8590327" y="5863905"/>
              <a:ext cx="2810312" cy="520117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2608976" y="3934437"/>
            <a:ext cx="428675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 smtClean="0"/>
              <a:t>주문정보</a:t>
            </a:r>
            <a:r>
              <a:rPr lang="ko-KR" altLang="en-US" dirty="0" smtClean="0"/>
              <a:t> 작성 후 </a:t>
            </a:r>
            <a:r>
              <a:rPr lang="ko-KR" altLang="en-US" dirty="0" smtClean="0"/>
              <a:t>가상계좌로 주문 </a:t>
            </a:r>
            <a:r>
              <a:rPr lang="ko-KR" altLang="en-US" dirty="0" smtClean="0"/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3774754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4" y="564022"/>
            <a:ext cx="10246005" cy="47042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16656" y="284671"/>
            <a:ext cx="4574137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https://www.namuhx.com/order/order.php</a:t>
            </a:r>
            <a:endParaRPr lang="ko-KR" altLang="en-US" dirty="0" smtClean="0"/>
          </a:p>
        </p:txBody>
      </p:sp>
      <p:sp>
        <p:nvSpPr>
          <p:cNvPr id="5" name="TextBox 4"/>
          <p:cNvSpPr txBox="1"/>
          <p:nvPr/>
        </p:nvSpPr>
        <p:spPr>
          <a:xfrm>
            <a:off x="592004" y="5547637"/>
            <a:ext cx="6393097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 smtClean="0"/>
              <a:t>orderName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receiverName</a:t>
            </a:r>
            <a:r>
              <a:rPr lang="en-US" altLang="ko-KR" dirty="0"/>
              <a:t> </a:t>
            </a:r>
            <a:r>
              <a:rPr lang="ko-KR" altLang="en-US" dirty="0" smtClean="0"/>
              <a:t>등 </a:t>
            </a:r>
            <a:r>
              <a:rPr lang="ko-KR" altLang="en-US" dirty="0" err="1" smtClean="0"/>
              <a:t>파라미터</a:t>
            </a:r>
            <a:r>
              <a:rPr lang="ko-KR" altLang="en-US" dirty="0" smtClean="0"/>
              <a:t> 전반으로 점검 필요</a:t>
            </a:r>
            <a:endParaRPr lang="ko-KR" altLang="en-US" dirty="0" smtClean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226" y="2095680"/>
            <a:ext cx="5105400" cy="28575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801" y="3074495"/>
            <a:ext cx="10303983" cy="6828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99140" y="1402615"/>
            <a:ext cx="521322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 smtClean="0"/>
              <a:t>orderMemo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receiverAddress</a:t>
            </a:r>
            <a:r>
              <a:rPr lang="en-US" altLang="ko-KR" dirty="0" smtClean="0"/>
              <a:t> XSS </a:t>
            </a:r>
            <a:r>
              <a:rPr lang="ko-KR" altLang="en-US" dirty="0" smtClean="0"/>
              <a:t>페이로드 삽입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4160164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/>
          <p:cNvGrpSpPr/>
          <p:nvPr/>
        </p:nvGrpSpPr>
        <p:grpSpPr>
          <a:xfrm>
            <a:off x="405440" y="734396"/>
            <a:ext cx="11408112" cy="4475959"/>
            <a:chOff x="405440" y="734396"/>
            <a:chExt cx="11408112" cy="4475959"/>
          </a:xfrm>
        </p:grpSpPr>
        <p:grpSp>
          <p:nvGrpSpPr>
            <p:cNvPr id="12" name="그룹 11"/>
            <p:cNvGrpSpPr/>
            <p:nvPr/>
          </p:nvGrpSpPr>
          <p:grpSpPr>
            <a:xfrm>
              <a:off x="405440" y="734396"/>
              <a:ext cx="11408112" cy="4475959"/>
              <a:chOff x="405440" y="734396"/>
              <a:chExt cx="11408112" cy="4475959"/>
            </a:xfrm>
          </p:grpSpPr>
          <p:pic>
            <p:nvPicPr>
              <p:cNvPr id="2" name="그림 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440" y="734397"/>
                <a:ext cx="5704056" cy="4475958"/>
              </a:xfrm>
              <a:prstGeom prst="rect">
                <a:avLst/>
              </a:prstGeom>
            </p:spPr>
          </p:pic>
          <p:pic>
            <p:nvPicPr>
              <p:cNvPr id="11" name="그림 1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09496" y="734396"/>
                <a:ext cx="5704056" cy="4475959"/>
              </a:xfrm>
              <a:prstGeom prst="rect">
                <a:avLst/>
              </a:prstGeom>
            </p:spPr>
          </p:pic>
        </p:grpSp>
        <p:sp>
          <p:nvSpPr>
            <p:cNvPr id="5" name="직사각형 4"/>
            <p:cNvSpPr/>
            <p:nvPr/>
          </p:nvSpPr>
          <p:spPr>
            <a:xfrm>
              <a:off x="4321969" y="4202906"/>
              <a:ext cx="135731" cy="161925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222500" y="1028700"/>
              <a:ext cx="2197100" cy="88900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cxnSp>
          <p:nvCxnSpPr>
            <p:cNvPr id="8" name="직선 화살표 연결선 7"/>
            <p:cNvCxnSpPr/>
            <p:nvPr/>
          </p:nvCxnSpPr>
          <p:spPr>
            <a:xfrm flipH="1" flipV="1">
              <a:off x="3663950" y="2076450"/>
              <a:ext cx="717550" cy="2044700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직사각형 12"/>
            <p:cNvSpPr/>
            <p:nvPr/>
          </p:nvSpPr>
          <p:spPr>
            <a:xfrm>
              <a:off x="7391400" y="5003800"/>
              <a:ext cx="184150" cy="16510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7905750" y="1028700"/>
              <a:ext cx="2209800" cy="88900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cxnSp>
          <p:nvCxnSpPr>
            <p:cNvPr id="16" name="직선 화살표 연결선 15"/>
            <p:cNvCxnSpPr/>
            <p:nvPr/>
          </p:nvCxnSpPr>
          <p:spPr>
            <a:xfrm flipV="1">
              <a:off x="7521575" y="2000250"/>
              <a:ext cx="1387475" cy="2857500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52254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4528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>
          <a:xfrm>
            <a:off x="1524000" y="2296822"/>
            <a:ext cx="9144000" cy="2387600"/>
          </a:xfrm>
        </p:spPr>
        <p:txBody>
          <a:bodyPr anchor="ctr"/>
          <a:lstStyle/>
          <a:p>
            <a:r>
              <a:rPr lang="en-US" altLang="ko-KR" dirty="0"/>
              <a:t>5</a:t>
            </a:r>
            <a:r>
              <a:rPr lang="en-US" altLang="ko-KR" dirty="0" smtClean="0"/>
              <a:t> </a:t>
            </a:r>
            <a:r>
              <a:rPr lang="ko-KR" altLang="en-US" dirty="0" smtClean="0"/>
              <a:t>정보 누출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80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204450" y="811849"/>
            <a:ext cx="11523847" cy="5228223"/>
            <a:chOff x="204450" y="811849"/>
            <a:chExt cx="11523847" cy="5228223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4450" y="811849"/>
              <a:ext cx="11523847" cy="5228223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11115413" y="3036815"/>
              <a:ext cx="343948" cy="251669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</p:grpSp>
    </p:spTree>
    <p:extLst>
      <p:ext uri="{BB962C8B-B14F-4D97-AF65-F5344CB8AC3E}">
        <p14:creationId xmlns:p14="http://schemas.microsoft.com/office/powerpoint/2010/main" val="1657133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1306162" y="911479"/>
            <a:ext cx="9983535" cy="4909311"/>
            <a:chOff x="1275682" y="850519"/>
            <a:chExt cx="9983535" cy="4909311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5682" y="850519"/>
              <a:ext cx="9983535" cy="4909311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09482" y="1501542"/>
              <a:ext cx="342900" cy="247650"/>
            </a:xfrm>
            <a:prstGeom prst="rect">
              <a:avLst/>
            </a:prstGeom>
          </p:spPr>
        </p:pic>
        <p:cxnSp>
          <p:nvCxnSpPr>
            <p:cNvPr id="5" name="직선 화살표 연결선 4"/>
            <p:cNvCxnSpPr>
              <a:stCxn id="2" idx="0"/>
            </p:cNvCxnSpPr>
            <p:nvPr/>
          </p:nvCxnSpPr>
          <p:spPr>
            <a:xfrm flipV="1">
              <a:off x="5080932" y="1375794"/>
              <a:ext cx="36352" cy="12574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직사각형 6"/>
            <p:cNvSpPr/>
            <p:nvPr/>
          </p:nvSpPr>
          <p:spPr>
            <a:xfrm>
              <a:off x="6451134" y="4810969"/>
              <a:ext cx="4731391" cy="64800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2382" y="2141690"/>
            <a:ext cx="5715953" cy="2326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025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>
          <a:xfrm>
            <a:off x="1524000" y="2296822"/>
            <a:ext cx="9144000" cy="2387600"/>
          </a:xfrm>
        </p:spPr>
        <p:txBody>
          <a:bodyPr anchor="ctr"/>
          <a:lstStyle/>
          <a:p>
            <a:r>
              <a:rPr lang="en-US" altLang="ko-KR" dirty="0" smtClean="0"/>
              <a:t>13 </a:t>
            </a:r>
            <a:r>
              <a:rPr lang="ko-KR" altLang="en-US" dirty="0" smtClean="0"/>
              <a:t>프로세스 검증 누락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5814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735378" y="343949"/>
            <a:ext cx="9963772" cy="6140742"/>
            <a:chOff x="827656" y="570451"/>
            <a:chExt cx="9963772" cy="6140742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7656" y="570451"/>
              <a:ext cx="9963772" cy="6140742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2978092" y="3783435"/>
              <a:ext cx="1719743" cy="265931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</p:grpSp>
    </p:spTree>
    <p:extLst>
      <p:ext uri="{BB962C8B-B14F-4D97-AF65-F5344CB8AC3E}">
        <p14:creationId xmlns:p14="http://schemas.microsoft.com/office/powerpoint/2010/main" val="3816973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771786" y="465389"/>
            <a:ext cx="10261648" cy="5884301"/>
            <a:chOff x="771786" y="465389"/>
            <a:chExt cx="10261648" cy="5884301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1786" y="465389"/>
              <a:ext cx="10261648" cy="5884301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9232900" y="1333500"/>
              <a:ext cx="1285875" cy="33591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9671050" y="2181138"/>
              <a:ext cx="847725" cy="41106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cxnSp>
          <p:nvCxnSpPr>
            <p:cNvPr id="6" name="직선 화살표 연결선 5"/>
            <p:cNvCxnSpPr/>
            <p:nvPr/>
          </p:nvCxnSpPr>
          <p:spPr>
            <a:xfrm>
              <a:off x="9924176" y="1719743"/>
              <a:ext cx="67112" cy="402672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직사각형 8"/>
            <p:cNvSpPr/>
            <p:nvPr/>
          </p:nvSpPr>
          <p:spPr>
            <a:xfrm>
              <a:off x="7932420" y="6012180"/>
              <a:ext cx="2586355" cy="29718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cxnSp>
          <p:nvCxnSpPr>
            <p:cNvPr id="11" name="직선 화살표 연결선 10"/>
            <p:cNvCxnSpPr/>
            <p:nvPr/>
          </p:nvCxnSpPr>
          <p:spPr>
            <a:xfrm flipH="1">
              <a:off x="9067800" y="2651760"/>
              <a:ext cx="1036320" cy="3261360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33947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511" y="853440"/>
            <a:ext cx="9374334" cy="45558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950" y="3857625"/>
            <a:ext cx="4838700" cy="2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26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843" y="529420"/>
            <a:ext cx="9845716" cy="5326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3341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/>
        </p:nvGrpSpPr>
        <p:grpSpPr>
          <a:xfrm>
            <a:off x="596565" y="341831"/>
            <a:ext cx="11122952" cy="6017023"/>
            <a:chOff x="596565" y="341831"/>
            <a:chExt cx="11122952" cy="6017023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565" y="341831"/>
              <a:ext cx="11122952" cy="6017023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6217920" y="5166360"/>
              <a:ext cx="678180" cy="17526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6393180" y="4259580"/>
              <a:ext cx="708660" cy="15240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</p:grpSp>
    </p:spTree>
    <p:extLst>
      <p:ext uri="{BB962C8B-B14F-4D97-AF65-F5344CB8AC3E}">
        <p14:creationId xmlns:p14="http://schemas.microsoft.com/office/powerpoint/2010/main" val="21829706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495656" y="200760"/>
            <a:ext cx="10991696" cy="6183261"/>
            <a:chOff x="495656" y="200760"/>
            <a:chExt cx="10991696" cy="6183261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5656" y="200760"/>
              <a:ext cx="10991696" cy="6183261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5721292" y="3833769"/>
              <a:ext cx="2801923" cy="679508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</p:grp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2176" y="373747"/>
            <a:ext cx="3228975" cy="607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93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3350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>
          <a:xfrm>
            <a:off x="1524000" y="2296822"/>
            <a:ext cx="9144000" cy="2387600"/>
          </a:xfrm>
        </p:spPr>
        <p:txBody>
          <a:bodyPr anchor="ctr"/>
          <a:lstStyle/>
          <a:p>
            <a:r>
              <a:rPr lang="en-US" altLang="ko-KR" dirty="0" smtClean="0"/>
              <a:t>16 </a:t>
            </a:r>
            <a:r>
              <a:rPr lang="ko-KR" altLang="en-US" dirty="0" smtClean="0"/>
              <a:t>불충분한 세션 관리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74868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173855" y="94004"/>
            <a:ext cx="11427522" cy="6424242"/>
            <a:chOff x="173855" y="94004"/>
            <a:chExt cx="11427522" cy="6424242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3855" y="94004"/>
              <a:ext cx="11427522" cy="6424242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7248088" y="4118994"/>
              <a:ext cx="3045204" cy="167780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txBody>
            <a:bodyPr rtlCol="0" anchor="ctr">
              <a:spAutoFit/>
            </a:bodyPr>
            <a:lstStyle/>
            <a:p>
              <a:pPr algn="ctr"/>
              <a:endParaRPr lang="ko-KR" altLang="en-US" dirty="0" err="1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6895750" y="5310230"/>
            <a:ext cx="404303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98100f3a5451fec0f871cd84103dbac1</a:t>
            </a:r>
          </a:p>
          <a:p>
            <a:r>
              <a:rPr lang="en-US" altLang="ko-KR" dirty="0"/>
              <a:t>https://</a:t>
            </a:r>
            <a:r>
              <a:rPr lang="en-US" altLang="ko-KR" dirty="0" smtClean="0"/>
              <a:t>www.namuhx.com/login.php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475610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55" y="94004"/>
            <a:ext cx="11427523" cy="6424242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7281644" y="4404220"/>
            <a:ext cx="2927758" cy="15939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rtlCol="0" anchor="ctr">
            <a:spAutoFit/>
          </a:bodyPr>
          <a:lstStyle/>
          <a:p>
            <a:pPr algn="ctr"/>
            <a:endParaRPr lang="ko-KR" altLang="en-US" dirty="0" err="1"/>
          </a:p>
        </p:txBody>
      </p:sp>
      <p:sp>
        <p:nvSpPr>
          <p:cNvPr id="6" name="TextBox 5"/>
          <p:cNvSpPr txBox="1"/>
          <p:nvPr/>
        </p:nvSpPr>
        <p:spPr>
          <a:xfrm>
            <a:off x="2281805" y="2038524"/>
            <a:ext cx="404303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98100f3a5451fec0f871cd84103dbac1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541180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5400">
          <a:solidFill>
            <a:srgbClr val="FF0000"/>
          </a:solidFill>
        </a:ln>
      </a:spPr>
      <a:bodyPr rtlCol="0" anchor="ctr">
        <a:spAutoFit/>
      </a:bodyPr>
      <a:lstStyle>
        <a:defPPr algn="ctr">
          <a:defRPr dirty="0" err="1"/>
        </a:defPPr>
      </a:lstStyle>
    </a:spDef>
    <a:lnDef>
      <a:spPr>
        <a:ln w="254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solidFill>
          <a:schemeClr val="accent4">
            <a:lumMod val="40000"/>
            <a:lumOff val="60000"/>
          </a:schemeClr>
        </a:solidFill>
        <a:ln w="25400">
          <a:solidFill>
            <a:srgbClr val="FF0000"/>
          </a:solidFill>
        </a:ln>
      </a:spPr>
      <a:bodyPr wrap="none" rtlCol="0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4094</TotalTime>
  <Words>47</Words>
  <Application>Microsoft Office PowerPoint</Application>
  <PresentationFormat>와이드스크린</PresentationFormat>
  <Paragraphs>13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맑은 고딕</vt:lpstr>
      <vt:lpstr>Arial</vt:lpstr>
      <vt:lpstr>Office 테마</vt:lpstr>
      <vt:lpstr>나무엑스</vt:lpstr>
      <vt:lpstr>6 크로스사이트 스크립트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5 정보 누출</vt:lpstr>
      <vt:lpstr>PowerPoint 프레젠테이션</vt:lpstr>
      <vt:lpstr>PowerPoint 프레젠테이션</vt:lpstr>
      <vt:lpstr>13 프로세스 검증 누락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16 불충분한 세션 관리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서비스센터</dc:title>
  <dc:creator>user</dc:creator>
  <cp:lastModifiedBy>user</cp:lastModifiedBy>
  <cp:revision>111</cp:revision>
  <dcterms:created xsi:type="dcterms:W3CDTF">2026-03-30T04:52:57Z</dcterms:created>
  <dcterms:modified xsi:type="dcterms:W3CDTF">2026-05-28T07:02:37Z</dcterms:modified>
</cp:coreProperties>
</file>