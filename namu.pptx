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5" r:id="rId3"/>
    <p:sldId id="306" r:id="rId4"/>
    <p:sldId id="291" r:id="rId5"/>
    <p:sldId id="299" r:id="rId6"/>
    <p:sldId id="275" r:id="rId7"/>
    <p:sldId id="300" r:id="rId8"/>
    <p:sldId id="301" r:id="rId9"/>
    <p:sldId id="302" r:id="rId10"/>
    <p:sldId id="304" r:id="rId11"/>
    <p:sldId id="295" r:id="rId12"/>
    <p:sldId id="292" r:id="rId13"/>
    <p:sldId id="274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96" r:id="rId23"/>
    <p:sldId id="297" r:id="rId24"/>
    <p:sldId id="29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9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7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63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1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0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20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40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5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3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BF397-E9B3-4A39-BA8C-ED76B10DB6CA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ko-KR" altLang="en-US" dirty="0" err="1" smtClean="0"/>
              <a:t>나무엑스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https://www.namuhx.com/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38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en-US" altLang="ko-KR" dirty="0" smtClean="0"/>
              <a:t>6 </a:t>
            </a:r>
            <a:r>
              <a:rPr lang="ko-KR" altLang="en-US" dirty="0" smtClean="0"/>
              <a:t>취약한 </a:t>
            </a:r>
            <a:r>
              <a:rPr lang="en-US" altLang="ko-KR" dirty="0" smtClean="0"/>
              <a:t>API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619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14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en-US" altLang="ko-KR" smtClean="0"/>
              <a:t>6 </a:t>
            </a:r>
            <a:r>
              <a:rPr lang="ko-KR" altLang="en-US" smtClean="0"/>
              <a:t>크로스사이트 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9871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296636" y="374760"/>
            <a:ext cx="11049460" cy="6227376"/>
            <a:chOff x="296636" y="374760"/>
            <a:chExt cx="11049460" cy="622737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636" y="374760"/>
              <a:ext cx="11049460" cy="6227376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4379053" y="813732"/>
              <a:ext cx="369116" cy="26844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3607266" y="3162650"/>
              <a:ext cx="1593908" cy="2348917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6" name="직선 화살표 연결선 5"/>
            <p:cNvCxnSpPr/>
            <p:nvPr/>
          </p:nvCxnSpPr>
          <p:spPr>
            <a:xfrm flipH="1">
              <a:off x="4261607" y="1216404"/>
              <a:ext cx="302004" cy="177846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295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513100" y="177423"/>
            <a:ext cx="10790789" cy="6619786"/>
            <a:chOff x="747991" y="68366"/>
            <a:chExt cx="10790789" cy="661978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7991" y="68366"/>
              <a:ext cx="10790789" cy="6619786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9781563" y="1124125"/>
              <a:ext cx="1090569" cy="201336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5" name="직선 화살표 연결선 4"/>
            <p:cNvCxnSpPr/>
            <p:nvPr/>
          </p:nvCxnSpPr>
          <p:spPr>
            <a:xfrm flipH="1">
              <a:off x="9714451" y="1484851"/>
              <a:ext cx="612396" cy="472300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1888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779392" y="341624"/>
            <a:ext cx="10706362" cy="6034010"/>
            <a:chOff x="871671" y="467458"/>
            <a:chExt cx="10706362" cy="603401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1671" y="467458"/>
              <a:ext cx="10706362" cy="6034010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8590327" y="5863905"/>
              <a:ext cx="2810312" cy="520117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08976" y="3934437"/>
            <a:ext cx="428675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주문정보</a:t>
            </a:r>
            <a:r>
              <a:rPr lang="ko-KR" altLang="en-US" dirty="0" smtClean="0"/>
              <a:t> 작성 후 가상계좌로 주문 진행</a:t>
            </a:r>
          </a:p>
        </p:txBody>
      </p:sp>
    </p:spTree>
    <p:extLst>
      <p:ext uri="{BB962C8B-B14F-4D97-AF65-F5344CB8AC3E}">
        <p14:creationId xmlns:p14="http://schemas.microsoft.com/office/powerpoint/2010/main" val="377475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4" y="564022"/>
            <a:ext cx="10246005" cy="4704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16656" y="284671"/>
            <a:ext cx="457413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https://www.namuhx.com/order/order.php</a:t>
            </a:r>
            <a:endParaRPr lang="ko-KR" alt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592004" y="5547637"/>
            <a:ext cx="639309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orderName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receiverName</a:t>
            </a:r>
            <a:r>
              <a:rPr lang="en-US" altLang="ko-KR" dirty="0"/>
              <a:t> </a:t>
            </a:r>
            <a:r>
              <a:rPr lang="ko-KR" altLang="en-US" dirty="0" smtClean="0"/>
              <a:t>등 </a:t>
            </a:r>
            <a:r>
              <a:rPr lang="ko-KR" altLang="en-US" dirty="0" err="1" smtClean="0"/>
              <a:t>파라미터</a:t>
            </a:r>
            <a:r>
              <a:rPr lang="ko-KR" altLang="en-US" dirty="0" smtClean="0"/>
              <a:t> 전반으로 점검 필요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226" y="2095680"/>
            <a:ext cx="5105400" cy="2857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53" y="3429000"/>
            <a:ext cx="10303983" cy="6828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99140" y="1402615"/>
            <a:ext cx="521322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orderMemo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receiverAddress</a:t>
            </a:r>
            <a:r>
              <a:rPr lang="en-US" altLang="ko-KR" dirty="0" smtClean="0"/>
              <a:t> XSS </a:t>
            </a:r>
            <a:r>
              <a:rPr lang="ko-KR" altLang="en-US" dirty="0" smtClean="0"/>
              <a:t>페이로드 삽입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48499" y="6196320"/>
            <a:ext cx="14221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orderMemo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16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405440" y="734396"/>
            <a:ext cx="11408112" cy="4475959"/>
            <a:chOff x="405440" y="734396"/>
            <a:chExt cx="11408112" cy="4475959"/>
          </a:xfrm>
        </p:grpSpPr>
        <p:grpSp>
          <p:nvGrpSpPr>
            <p:cNvPr id="12" name="그룹 11"/>
            <p:cNvGrpSpPr/>
            <p:nvPr/>
          </p:nvGrpSpPr>
          <p:grpSpPr>
            <a:xfrm>
              <a:off x="405440" y="734396"/>
              <a:ext cx="11408112" cy="4475959"/>
              <a:chOff x="405440" y="734396"/>
              <a:chExt cx="11408112" cy="4475959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5440" y="734397"/>
                <a:ext cx="5704056" cy="4475958"/>
              </a:xfrm>
              <a:prstGeom prst="rect">
                <a:avLst/>
              </a:prstGeom>
            </p:spPr>
          </p:pic>
          <p:pic>
            <p:nvPicPr>
              <p:cNvPr id="11" name="그림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09496" y="734396"/>
                <a:ext cx="5704056" cy="4475959"/>
              </a:xfrm>
              <a:prstGeom prst="rect">
                <a:avLst/>
              </a:prstGeom>
            </p:spPr>
          </p:pic>
        </p:grpSp>
        <p:sp>
          <p:nvSpPr>
            <p:cNvPr id="5" name="직사각형 4"/>
            <p:cNvSpPr/>
            <p:nvPr/>
          </p:nvSpPr>
          <p:spPr>
            <a:xfrm>
              <a:off x="4321969" y="4202906"/>
              <a:ext cx="135731" cy="16192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222500" y="1028700"/>
              <a:ext cx="2197100" cy="8890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8" name="직선 화살표 연결선 7"/>
            <p:cNvCxnSpPr/>
            <p:nvPr/>
          </p:nvCxnSpPr>
          <p:spPr>
            <a:xfrm flipH="1" flipV="1">
              <a:off x="3663950" y="2076450"/>
              <a:ext cx="717550" cy="20447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/>
            <p:cNvSpPr/>
            <p:nvPr/>
          </p:nvSpPr>
          <p:spPr>
            <a:xfrm>
              <a:off x="7391400" y="5003800"/>
              <a:ext cx="184150" cy="1651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905750" y="1028700"/>
              <a:ext cx="2209800" cy="8890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 flipV="1">
              <a:off x="7521575" y="2000250"/>
              <a:ext cx="1387475" cy="28575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225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528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정보 누출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2780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04450" y="811849"/>
            <a:ext cx="11523847" cy="5228223"/>
            <a:chOff x="204450" y="811849"/>
            <a:chExt cx="11523847" cy="522822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450" y="811849"/>
              <a:ext cx="11523847" cy="5228223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11115413" y="3036815"/>
              <a:ext cx="343948" cy="25166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657133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306162" y="911479"/>
            <a:ext cx="9983535" cy="4909311"/>
            <a:chOff x="1275682" y="850519"/>
            <a:chExt cx="9983535" cy="490931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5682" y="850519"/>
              <a:ext cx="9983535" cy="4909311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9482" y="1501542"/>
              <a:ext cx="342900" cy="247650"/>
            </a:xfrm>
            <a:prstGeom prst="rect">
              <a:avLst/>
            </a:prstGeom>
          </p:spPr>
        </p:pic>
        <p:cxnSp>
          <p:nvCxnSpPr>
            <p:cNvPr id="5" name="직선 화살표 연결선 4"/>
            <p:cNvCxnSpPr>
              <a:stCxn id="2" idx="0"/>
            </p:cNvCxnSpPr>
            <p:nvPr/>
          </p:nvCxnSpPr>
          <p:spPr>
            <a:xfrm flipV="1">
              <a:off x="5080932" y="1375794"/>
              <a:ext cx="36352" cy="1257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/>
            <p:cNvSpPr/>
            <p:nvPr/>
          </p:nvSpPr>
          <p:spPr>
            <a:xfrm>
              <a:off x="6451134" y="4810969"/>
              <a:ext cx="4731391" cy="6480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382" y="2141690"/>
            <a:ext cx="5715953" cy="232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25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en-US" altLang="ko-KR" dirty="0" smtClean="0"/>
              <a:t>13 </a:t>
            </a:r>
            <a:r>
              <a:rPr lang="ko-KR" altLang="en-US" dirty="0" smtClean="0"/>
              <a:t>프로세스 검증 누락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5814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735378" y="343949"/>
            <a:ext cx="9963772" cy="6140742"/>
            <a:chOff x="827656" y="570451"/>
            <a:chExt cx="9963772" cy="6140742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7656" y="570451"/>
              <a:ext cx="9963772" cy="6140742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2978092" y="3783435"/>
              <a:ext cx="1719743" cy="265931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3816973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771786" y="465389"/>
            <a:ext cx="10261648" cy="5884301"/>
            <a:chOff x="771786" y="465389"/>
            <a:chExt cx="10261648" cy="588430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786" y="465389"/>
              <a:ext cx="10261648" cy="5884301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9232900" y="1333500"/>
              <a:ext cx="1285875" cy="33591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9671050" y="2181138"/>
              <a:ext cx="847725" cy="41106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6" name="직선 화살표 연결선 5"/>
            <p:cNvCxnSpPr/>
            <p:nvPr/>
          </p:nvCxnSpPr>
          <p:spPr>
            <a:xfrm>
              <a:off x="9924176" y="1719743"/>
              <a:ext cx="67112" cy="402672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/>
            <p:cNvSpPr/>
            <p:nvPr/>
          </p:nvSpPr>
          <p:spPr>
            <a:xfrm>
              <a:off x="7932420" y="6012180"/>
              <a:ext cx="2586355" cy="29718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 flipH="1">
              <a:off x="9067800" y="2651760"/>
              <a:ext cx="1036320" cy="326136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339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11" y="853440"/>
            <a:ext cx="9374334" cy="45558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0" y="3857625"/>
            <a:ext cx="4838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6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43" y="529420"/>
            <a:ext cx="9845716" cy="532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34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96565" y="341831"/>
            <a:ext cx="11122952" cy="6017023"/>
            <a:chOff x="596565" y="341831"/>
            <a:chExt cx="11122952" cy="601702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6565" y="341831"/>
              <a:ext cx="11122952" cy="6017023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6217920" y="5166360"/>
              <a:ext cx="678180" cy="17526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6393180" y="4259580"/>
              <a:ext cx="708660" cy="1524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182970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495656" y="200760"/>
            <a:ext cx="10991696" cy="6183261"/>
            <a:chOff x="495656" y="200760"/>
            <a:chExt cx="10991696" cy="6183261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656" y="200760"/>
              <a:ext cx="10991696" cy="6183261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5721292" y="3833769"/>
              <a:ext cx="2801923" cy="67950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176" y="373747"/>
            <a:ext cx="322897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93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50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en-US" altLang="ko-KR" dirty="0" smtClean="0"/>
              <a:t>16 </a:t>
            </a:r>
            <a:r>
              <a:rPr lang="ko-KR" altLang="en-US" dirty="0" smtClean="0"/>
              <a:t>불충분한 세션 관리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7486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73855" y="94004"/>
            <a:ext cx="11427522" cy="6424242"/>
            <a:chOff x="173855" y="94004"/>
            <a:chExt cx="11427522" cy="6424242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855" y="94004"/>
              <a:ext cx="11427522" cy="6424242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7248088" y="4118994"/>
              <a:ext cx="3045204" cy="16778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rtlCol="0" anchor="ctr">
              <a:spAutoFit/>
            </a:bodyPr>
            <a:lstStyle/>
            <a:p>
              <a:pPr algn="ctr"/>
              <a:endParaRPr lang="ko-KR" altLang="en-US" dirty="0" err="1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6895750" y="5310230"/>
            <a:ext cx="404303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98100f3a5451fec0f871cd84103dbac1</a:t>
            </a:r>
          </a:p>
          <a:p>
            <a:r>
              <a:rPr lang="en-US" altLang="ko-KR" dirty="0"/>
              <a:t>https://</a:t>
            </a:r>
            <a:r>
              <a:rPr lang="en-US" altLang="ko-KR" dirty="0" smtClean="0"/>
              <a:t>www.namuhx.com/login.php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75610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5" y="94004"/>
            <a:ext cx="11427523" cy="642424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281644" y="4404220"/>
            <a:ext cx="2927758" cy="1593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ko-KR" altLang="en-US" dirty="0" err="1"/>
          </a:p>
        </p:txBody>
      </p:sp>
      <p:sp>
        <p:nvSpPr>
          <p:cNvPr id="6" name="TextBox 5"/>
          <p:cNvSpPr txBox="1"/>
          <p:nvPr/>
        </p:nvSpPr>
        <p:spPr>
          <a:xfrm>
            <a:off x="2281805" y="2038524"/>
            <a:ext cx="404303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98100f3a5451fec0f871cd84103dbac1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41180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>
        <a:spAutoFit/>
      </a:bodyPr>
      <a:lstStyle>
        <a:defPPr algn="ctr">
          <a:defRPr dirty="0" err="1"/>
        </a:defPPr>
      </a:lst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4173</TotalTime>
  <Words>51</Words>
  <Application>Microsoft Office PowerPoint</Application>
  <PresentationFormat>와이드스크린</PresentationFormat>
  <Paragraphs>15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나무엑스</vt:lpstr>
      <vt:lpstr>6 취약한 API</vt:lpstr>
      <vt:lpstr>PowerPoint 프레젠테이션</vt:lpstr>
      <vt:lpstr>6 크로스사이트 스크립트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 정보 누출</vt:lpstr>
      <vt:lpstr>PowerPoint 프레젠테이션</vt:lpstr>
      <vt:lpstr>PowerPoint 프레젠테이션</vt:lpstr>
      <vt:lpstr>13 프로세스 검증 누락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16 불충분한 세션 관리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서비스센터</dc:title>
  <dc:creator>user</dc:creator>
  <cp:lastModifiedBy>user</cp:lastModifiedBy>
  <cp:revision>113</cp:revision>
  <dcterms:created xsi:type="dcterms:W3CDTF">2026-03-30T04:52:57Z</dcterms:created>
  <dcterms:modified xsi:type="dcterms:W3CDTF">2026-06-01T01:40:03Z</dcterms:modified>
</cp:coreProperties>
</file>