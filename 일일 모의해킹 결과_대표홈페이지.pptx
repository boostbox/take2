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6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20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87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457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31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6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3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81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47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6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74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10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CABCD-3EFF-427E-AF8E-6DD24CC954A7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55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일일 모의해킹 결과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대상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대표 홈페이지</a:t>
            </a:r>
            <a:endParaRPr lang="en-US" altLang="ko-KR" dirty="0" smtClean="0"/>
          </a:p>
          <a:p>
            <a:r>
              <a:rPr lang="en-US" altLang="ko-KR" dirty="0" smtClean="0"/>
              <a:t>URL : https://www.skintellix.com/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8129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크로스사이트 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12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14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에러 페이지 적용 미흡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868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05318" y="492369"/>
            <a:ext cx="38938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https://www.skintellix.com/monitor/</a:t>
            </a:r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419810" y="1213108"/>
            <a:ext cx="9618494" cy="5406368"/>
            <a:chOff x="419810" y="1213108"/>
            <a:chExt cx="9618494" cy="5406368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810" y="1213108"/>
              <a:ext cx="9618494" cy="5406368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1436914" y="1286190"/>
              <a:ext cx="1497205" cy="30145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64498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wrap="none" rtlCol="0" anchor="ctr">
        <a:spAutoFit/>
      </a:bodyPr>
      <a:lstStyle>
        <a:defPPr algn="ctr">
          <a:defRPr dirty="0" smtClean="0"/>
        </a:defPPr>
      </a:lstStyle>
    </a:sp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23</Words>
  <Application>Microsoft Office PowerPoint</Application>
  <PresentationFormat>와이드스크린</PresentationFormat>
  <Paragraphs>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일일 모의해킹 결과</vt:lpstr>
      <vt:lpstr>크로스사이트 스크립트</vt:lpstr>
      <vt:lpstr>PowerPoint 프레젠테이션</vt:lpstr>
      <vt:lpstr>에러 페이지 적용 미흡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일일 모의해킹 결과</dc:title>
  <dc:creator>user</dc:creator>
  <cp:lastModifiedBy>user</cp:lastModifiedBy>
  <cp:revision>8</cp:revision>
  <dcterms:created xsi:type="dcterms:W3CDTF">2026-08-18T02:08:12Z</dcterms:created>
  <dcterms:modified xsi:type="dcterms:W3CDTF">2026-08-18T08:53:14Z</dcterms:modified>
</cp:coreProperties>
</file>