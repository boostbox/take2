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2" r:id="rId4"/>
    <p:sldId id="269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73" r:id="rId16"/>
    <p:sldId id="274" r:id="rId17"/>
    <p:sldId id="275" r:id="rId18"/>
    <p:sldId id="276" r:id="rId19"/>
    <p:sldId id="281" r:id="rId20"/>
    <p:sldId id="283" r:id="rId21"/>
    <p:sldId id="297" r:id="rId22"/>
    <p:sldId id="280" r:id="rId23"/>
    <p:sldId id="277" r:id="rId24"/>
    <p:sldId id="278" r:id="rId25"/>
    <p:sldId id="279" r:id="rId26"/>
    <p:sldId id="270" r:id="rId27"/>
    <p:sldId id="271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smtClean="0"/>
              <a:t>플랫폼 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157832"/>
              </p:ext>
            </p:extLst>
          </p:nvPr>
        </p:nvGraphicFramePr>
        <p:xfrm>
          <a:off x="420913" y="284242"/>
          <a:ext cx="1155337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7773">
                  <a:extLst>
                    <a:ext uri="{9D8B030D-6E8A-4147-A177-3AD203B41FA5}">
                      <a16:colId xmlns:a16="http://schemas.microsoft.com/office/drawing/2014/main" val="250773874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799868519"/>
                    </a:ext>
                  </a:extLst>
                </a:gridCol>
                <a:gridCol w="5631542">
                  <a:extLst>
                    <a:ext uri="{9D8B030D-6E8A-4147-A177-3AD203B41FA5}">
                      <a16:colId xmlns:a16="http://schemas.microsoft.com/office/drawing/2014/main" val="4013902362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334677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Mode 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getsharedpreference</a:t>
                      </a:r>
                      <a:r>
                        <a:rPr lang="en-US" altLang="ko-KR" dirty="0" smtClean="0"/>
                        <a:t> 0</a:t>
                      </a:r>
                      <a:r>
                        <a:rPr lang="ko-KR" altLang="en-US" dirty="0" smtClean="0"/>
                        <a:t>으로 설정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Jadx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12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48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272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04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err="1" smtClean="0"/>
              <a:t>정보누출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98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8" y="436226"/>
            <a:ext cx="3437551" cy="591333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764596" y="132018"/>
            <a:ext cx="6432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https://engp.skmagic.com/api/master/member/mobileLogin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63611" y="5553512"/>
            <a:ext cx="18473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200" y="982766"/>
            <a:ext cx="8047615" cy="41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3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-1" y="0"/>
            <a:ext cx="12177215" cy="6501468"/>
            <a:chOff x="-1" y="0"/>
            <a:chExt cx="12177215" cy="650146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12177215" cy="6501468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6082" y="4332477"/>
              <a:ext cx="2105025" cy="323850"/>
            </a:xfrm>
            <a:prstGeom prst="rect">
              <a:avLst/>
            </a:prstGeom>
          </p:spPr>
        </p:pic>
        <p:cxnSp>
          <p:nvCxnSpPr>
            <p:cNvPr id="7" name="직선 화살표 연결선 6"/>
            <p:cNvCxnSpPr>
              <a:endCxn id="5" idx="1"/>
            </p:cNvCxnSpPr>
            <p:nvPr/>
          </p:nvCxnSpPr>
          <p:spPr>
            <a:xfrm>
              <a:off x="2990850" y="4494402"/>
              <a:ext cx="6852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>
              <a:off x="5781107" y="4494402"/>
              <a:ext cx="259613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1806942" y="2302670"/>
            <a:ext cx="423385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userId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값을 타 사용자 </a:t>
            </a:r>
            <a:r>
              <a:rPr lang="en-US" altLang="ko-KR" dirty="0" smtClean="0"/>
              <a:t>Id</a:t>
            </a:r>
            <a:r>
              <a:rPr lang="ko-KR" altLang="en-US" dirty="0" smtClean="0"/>
              <a:t>값으로 변조</a:t>
            </a:r>
            <a:endParaRPr lang="en-US" altLang="ko-KR" dirty="0" smtClean="0"/>
          </a:p>
          <a:p>
            <a:r>
              <a:rPr lang="en-US" altLang="ko-KR" dirty="0" err="1" smtClean="0"/>
              <a:t>userId</a:t>
            </a:r>
            <a:r>
              <a:rPr lang="ko-KR" altLang="en-US" dirty="0"/>
              <a:t> </a:t>
            </a:r>
            <a:r>
              <a:rPr lang="ko-KR" altLang="en-US" dirty="0" smtClean="0"/>
              <a:t>값에 따라 노출되는 정보 달라짐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6152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인증 절차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065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68" y="360026"/>
            <a:ext cx="3437551" cy="5913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49972" y="5276920"/>
            <a:ext cx="397416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userId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값을 타 사용자 </a:t>
            </a:r>
            <a:r>
              <a:rPr lang="en-US" altLang="ko-KR" dirty="0" smtClean="0"/>
              <a:t>Id</a:t>
            </a:r>
            <a:r>
              <a:rPr lang="ko-KR" altLang="en-US" dirty="0" smtClean="0"/>
              <a:t>값으로 변조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84" y="0"/>
            <a:ext cx="11697316" cy="557688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512" y="3954152"/>
            <a:ext cx="3294695" cy="155129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534" y="4129761"/>
            <a:ext cx="21050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2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8" y="195142"/>
            <a:ext cx="3700462" cy="63771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72075" y="1647825"/>
            <a:ext cx="27382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타 사용자로 로그인 성공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60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2" y="106680"/>
            <a:ext cx="12001868" cy="61493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6274832"/>
            <a:ext cx="108555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 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062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0" y="365760"/>
            <a:ext cx="11848382" cy="51615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6065520"/>
            <a:ext cx="108555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268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793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387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2" y="83890"/>
            <a:ext cx="3408901" cy="58886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298" y="83890"/>
            <a:ext cx="3408901" cy="588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4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78965" y="186467"/>
            <a:ext cx="7773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https://engp.skmagic.com/api/service/mobile/homeMain/getNoticeDetail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3" y="621098"/>
            <a:ext cx="10998599" cy="5140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8073" y="6182686"/>
            <a:ext cx="654377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프록시 툴을 사용해 </a:t>
            </a:r>
            <a:r>
              <a:rPr lang="en-US" altLang="ko-KR" dirty="0"/>
              <a:t>‘</a:t>
            </a:r>
            <a:r>
              <a:rPr lang="en-US" altLang="ko-KR" dirty="0" err="1" smtClean="0"/>
              <a:t>notiMtrId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값을 사용해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조회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093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2" y="83890"/>
            <a:ext cx="3408901" cy="58886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097" y="899160"/>
            <a:ext cx="8051050" cy="398049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327" y="4330205"/>
            <a:ext cx="17907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92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8" y="758854"/>
            <a:ext cx="5086350" cy="3276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330" y="819324"/>
            <a:ext cx="510540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1178" y="5939406"/>
            <a:ext cx="382508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조회 권한이 없는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조회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40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11332"/>
            <a:ext cx="10375582" cy="53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72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437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2" y="83890"/>
            <a:ext cx="3408901" cy="58886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097" y="899160"/>
            <a:ext cx="8051050" cy="39804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3276600"/>
            <a:ext cx="16954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00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9" y="222145"/>
            <a:ext cx="9429613" cy="443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41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43" y="2854295"/>
            <a:ext cx="7564280" cy="37255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7833" y="3674378"/>
            <a:ext cx="62071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검색이 불가능한 </a:t>
            </a:r>
            <a:r>
              <a:rPr lang="ko-KR" altLang="en-US" dirty="0" err="1" smtClean="0"/>
              <a:t>게시글</a:t>
            </a:r>
            <a:r>
              <a:rPr lang="en-US" altLang="ko-KR" dirty="0" smtClean="0"/>
              <a:t>(</a:t>
            </a:r>
            <a:r>
              <a:rPr lang="ko-KR" altLang="en-US" dirty="0" smtClean="0"/>
              <a:t>권한 없는 </a:t>
            </a:r>
            <a:r>
              <a:rPr lang="ko-KR" altLang="en-US" dirty="0" err="1" smtClean="0"/>
              <a:t>게시글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조회 가능 확인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3" y="394807"/>
            <a:ext cx="51149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80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17" y="806206"/>
            <a:ext cx="10694231" cy="499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13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데이터 백업 및 디버깅 제한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7381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61" y="248614"/>
            <a:ext cx="6401253" cy="643793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416468" y="1791964"/>
            <a:ext cx="3164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android:allowBackup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16933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214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5" y="404507"/>
            <a:ext cx="9658350" cy="48577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24344" y="5878477"/>
            <a:ext cx="8814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네트워크 보안 설정은 </a:t>
            </a:r>
            <a:r>
              <a:rPr lang="ko-KR" altLang="en-US" dirty="0" err="1" smtClean="0"/>
              <a:t>res</a:t>
            </a:r>
            <a:r>
              <a:rPr lang="ko-KR" altLang="en-US" dirty="0" smtClean="0"/>
              <a:t>/</a:t>
            </a:r>
            <a:r>
              <a:rPr lang="ko-KR" altLang="en-US" dirty="0" err="1" smtClean="0"/>
              <a:t>xml</a:t>
            </a:r>
            <a:r>
              <a:rPr lang="ko-KR" altLang="en-US" dirty="0" smtClean="0"/>
              <a:t>/</a:t>
            </a:r>
            <a:r>
              <a:rPr lang="ko-KR" altLang="en-US" dirty="0" err="1" smtClean="0"/>
              <a:t>network_security_config.xml에</a:t>
            </a:r>
            <a:r>
              <a:rPr lang="en-US" altLang="ko-KR" dirty="0"/>
              <a:t> </a:t>
            </a:r>
            <a:r>
              <a:rPr lang="ko-KR" altLang="en-US" dirty="0" smtClean="0"/>
              <a:t>적용되어 있다고 명시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910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50" y="438063"/>
            <a:ext cx="9658350" cy="48577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06577" y="5744253"/>
            <a:ext cx="8837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err="1" smtClean="0"/>
              <a:t>cleartextTrafficPermitted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true</a:t>
            </a:r>
            <a:r>
              <a:rPr lang="ko-KR" altLang="en-US" dirty="0" smtClean="0"/>
              <a:t>로 적용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모든 도메인에 대해 </a:t>
            </a:r>
            <a:r>
              <a:rPr lang="en-US" altLang="ko-KR" dirty="0" smtClean="0">
                <a:sym typeface="Wingdings" panose="05000000000000000000" pitchFamily="2" charset="2"/>
              </a:rPr>
              <a:t>http:// </a:t>
            </a:r>
            <a:r>
              <a:rPr lang="ko-KR" altLang="en-US" dirty="0" smtClean="0">
                <a:sym typeface="Wingdings" panose="05000000000000000000" pitchFamily="2" charset="2"/>
              </a:rPr>
              <a:t>접근 허용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69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2005</TotalTime>
  <Words>118</Words>
  <Application>Microsoft Office PowerPoint</Application>
  <PresentationFormat>와이드스크린</PresentationFormat>
  <Paragraphs>25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Wingdings</vt:lpstr>
      <vt:lpstr>Office 테마</vt:lpstr>
      <vt:lpstr>플랫폼 앱</vt:lpstr>
      <vt:lpstr>PowerPoint 프레젠테이션</vt:lpstr>
      <vt:lpstr>/</vt:lpstr>
      <vt:lpstr>PowerPoint 프레젠테이션</vt:lpstr>
      <vt:lpstr>정보누출</vt:lpstr>
      <vt:lpstr>PowerPoint 프레젠테이션</vt:lpstr>
      <vt:lpstr>PowerPoint 프레젠테이션</vt:lpstr>
      <vt:lpstr>불충분한 인증 절차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불충분한 권한 검증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데이터 백업 및 디버깅 제한 설정</vt:lpstr>
      <vt:lpstr>PowerPoint 프레젠테이션</vt:lpstr>
      <vt:lpstr>네트워크 보안 구성 적용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44</cp:revision>
  <dcterms:created xsi:type="dcterms:W3CDTF">2026-03-30T04:52:57Z</dcterms:created>
  <dcterms:modified xsi:type="dcterms:W3CDTF">2026-04-27T04:27:21Z</dcterms:modified>
</cp:coreProperties>
</file>