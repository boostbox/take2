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3" r:id="rId4"/>
    <p:sldId id="274" r:id="rId5"/>
    <p:sldId id="278" r:id="rId6"/>
    <p:sldId id="279" r:id="rId7"/>
    <p:sldId id="280" r:id="rId8"/>
    <p:sldId id="281" r:id="rId9"/>
    <p:sldId id="282" r:id="rId10"/>
    <p:sldId id="284" r:id="rId11"/>
    <p:sldId id="285" r:id="rId12"/>
    <p:sldId id="276" r:id="rId13"/>
    <p:sldId id="277" r:id="rId14"/>
    <p:sldId id="286" r:id="rId15"/>
    <p:sldId id="28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9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7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63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1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0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20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40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45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3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BF397-E9B3-4A39-BA8C-ED76B10DB6C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ko-KR" altLang="en-US" dirty="0" smtClean="0"/>
              <a:t>스마트 홈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738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707352"/>
              </p:ext>
            </p:extLst>
          </p:nvPr>
        </p:nvGraphicFramePr>
        <p:xfrm>
          <a:off x="420913" y="284242"/>
          <a:ext cx="11553372" cy="239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7773">
                  <a:extLst>
                    <a:ext uri="{9D8B030D-6E8A-4147-A177-3AD203B41FA5}">
                      <a16:colId xmlns:a16="http://schemas.microsoft.com/office/drawing/2014/main" val="2507738743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799868519"/>
                    </a:ext>
                  </a:extLst>
                </a:gridCol>
                <a:gridCol w="5631542">
                  <a:extLst>
                    <a:ext uri="{9D8B030D-6E8A-4147-A177-3AD203B41FA5}">
                      <a16:colId xmlns:a16="http://schemas.microsoft.com/office/drawing/2014/main" val="4013902362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334677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Mode private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Getsharedpreferences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모두 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Jadx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12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Shareduserid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양호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안씀</a:t>
                      </a: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82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Stack</a:t>
                      </a:r>
                      <a:r>
                        <a:rPr lang="en-US" altLang="ko-KR" baseline="0" dirty="0" smtClean="0"/>
                        <a:t> canary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Imports __</a:t>
                      </a:r>
                      <a:r>
                        <a:rPr lang="en-US" altLang="ko-KR" dirty="0" err="1" smtClean="0"/>
                        <a:t>stack_chk_fail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적용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48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ARC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Imports </a:t>
                      </a:r>
                      <a:r>
                        <a:rPr lang="ko-KR" altLang="en-US" dirty="0" smtClean="0"/>
                        <a:t>항목 내에 </a:t>
                      </a:r>
                      <a:r>
                        <a:rPr lang="en-US" altLang="ko-KR" dirty="0" smtClean="0"/>
                        <a:t>_</a:t>
                      </a:r>
                      <a:r>
                        <a:rPr lang="en-US" altLang="ko-KR" dirty="0" err="1" smtClean="0"/>
                        <a:t>objc_retain</a:t>
                      </a:r>
                      <a:r>
                        <a:rPr lang="en-US" altLang="ko-KR" dirty="0" smtClean="0"/>
                        <a:t>, _</a:t>
                      </a:r>
                      <a:r>
                        <a:rPr lang="en-US" altLang="ko-KR" dirty="0" err="1" smtClean="0"/>
                        <a:t>objc_release</a:t>
                      </a:r>
                      <a:r>
                        <a:rPr lang="en-US" altLang="ko-KR" dirty="0" smtClean="0"/>
                        <a:t>, _</a:t>
                      </a:r>
                      <a:r>
                        <a:rPr lang="en-US" altLang="ko-KR" dirty="0" err="1" smtClean="0"/>
                        <a:t>objc_autorelease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함수들이 포함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81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aslr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pt-BR" altLang="ko-KR" dirty="0" smtClean="0"/>
                        <a:t> 100000018 85 00 21 00     ddw       210085h                 flags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32136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13732" y="3355596"/>
            <a:ext cx="196399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백업 디버깅 양호</a:t>
            </a:r>
          </a:p>
        </p:txBody>
      </p:sp>
    </p:spTree>
    <p:extLst>
      <p:ext uri="{BB962C8B-B14F-4D97-AF65-F5344CB8AC3E}">
        <p14:creationId xmlns:p14="http://schemas.microsoft.com/office/powerpoint/2010/main" val="1811888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권한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06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025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49167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외부 컴포넌트 접근 차단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423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34796" y="274424"/>
            <a:ext cx="40342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True</a:t>
            </a:r>
            <a:r>
              <a:rPr lang="ko-KR" altLang="en-US" dirty="0" smtClean="0"/>
              <a:t>로 되어 </a:t>
            </a:r>
            <a:r>
              <a:rPr lang="ko-KR" altLang="en-US" dirty="0" err="1" smtClean="0"/>
              <a:t>있는거</a:t>
            </a:r>
            <a:r>
              <a:rPr lang="ko-KR" altLang="en-US" dirty="0" smtClean="0"/>
              <a:t> 많은데 한번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504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49167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플랫폼 변조 탐지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(android</a:t>
            </a:r>
            <a:r>
              <a:rPr lang="en-US" altLang="ko-KR" dirty="0" smtClean="0"/>
              <a:t>) MO-004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7151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33" y="520118"/>
            <a:ext cx="2717349" cy="572548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885" y="520118"/>
            <a:ext cx="8395339" cy="40518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11885" y="4794426"/>
            <a:ext cx="8206221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Su</a:t>
            </a:r>
          </a:p>
          <a:p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관리자 권한 획득</a:t>
            </a:r>
            <a:r>
              <a:rPr lang="en-US" altLang="ko-KR" dirty="0" smtClean="0">
                <a:sym typeface="Wingdings" panose="05000000000000000000" pitchFamily="2" charset="2"/>
              </a:rPr>
              <a:t>(</a:t>
            </a:r>
            <a:r>
              <a:rPr lang="ko-KR" altLang="en-US" dirty="0" err="1" smtClean="0">
                <a:sym typeface="Wingdings" panose="05000000000000000000" pitchFamily="2" charset="2"/>
              </a:rPr>
              <a:t>루팅</a:t>
            </a:r>
            <a:r>
              <a:rPr lang="ko-KR" altLang="en-US" dirty="0" smtClean="0">
                <a:sym typeface="Wingdings" panose="05000000000000000000" pitchFamily="2" charset="2"/>
              </a:rPr>
              <a:t> 된 기기에서만 가능</a:t>
            </a:r>
            <a:r>
              <a:rPr lang="en-US" altLang="ko-KR" dirty="0" smtClean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r>
              <a:rPr lang="en-US" altLang="ko-KR" dirty="0"/>
              <a:t>pm list packages | </a:t>
            </a:r>
            <a:r>
              <a:rPr lang="en-US" altLang="ko-KR" dirty="0" err="1"/>
              <a:t>grep</a:t>
            </a:r>
            <a:r>
              <a:rPr lang="en-US" altLang="ko-KR" dirty="0"/>
              <a:t> </a:t>
            </a:r>
            <a:r>
              <a:rPr lang="en-US" altLang="ko-KR" dirty="0" err="1"/>
              <a:t>smarthome</a:t>
            </a:r>
            <a:endParaRPr lang="en-US" altLang="ko-KR" dirty="0"/>
          </a:p>
          <a:p>
            <a:r>
              <a:rPr lang="en-US" altLang="ko-KR" dirty="0"/>
              <a:t>monkey -p </a:t>
            </a:r>
            <a:r>
              <a:rPr lang="en-US" altLang="ko-KR" dirty="0" err="1"/>
              <a:t>com.skmagic.smarthome</a:t>
            </a:r>
            <a:r>
              <a:rPr lang="en-US" altLang="ko-KR" dirty="0"/>
              <a:t> -c </a:t>
            </a:r>
            <a:r>
              <a:rPr lang="en-US" altLang="ko-KR" dirty="0" err="1"/>
              <a:t>android.intent.category.LAUNCHER</a:t>
            </a:r>
            <a:r>
              <a:rPr lang="en-US" altLang="ko-KR" dirty="0"/>
              <a:t> 1</a:t>
            </a:r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관리자 계정으로 </a:t>
            </a:r>
            <a:r>
              <a:rPr lang="ko-KR" altLang="en-US" dirty="0" err="1" smtClean="0"/>
              <a:t>스마트홈</a:t>
            </a:r>
            <a:r>
              <a:rPr lang="ko-KR" altLang="en-US" dirty="0" smtClean="0"/>
              <a:t> 실행</a:t>
            </a:r>
            <a:r>
              <a:rPr lang="en-US" altLang="ko-KR" dirty="0" smtClean="0"/>
              <a:t>)</a:t>
            </a:r>
          </a:p>
          <a:p>
            <a:r>
              <a:rPr lang="en-US" altLang="ko-KR" dirty="0" err="1"/>
              <a:t>ps</a:t>
            </a:r>
            <a:r>
              <a:rPr lang="en-US" altLang="ko-KR" dirty="0"/>
              <a:t> -</a:t>
            </a:r>
            <a:r>
              <a:rPr lang="en-US" altLang="ko-KR" dirty="0" err="1"/>
              <a:t>ef</a:t>
            </a:r>
            <a:r>
              <a:rPr lang="en-US" altLang="ko-KR" dirty="0"/>
              <a:t> | </a:t>
            </a:r>
            <a:r>
              <a:rPr lang="en-US" altLang="ko-KR" dirty="0" err="1"/>
              <a:t>grep</a:t>
            </a:r>
            <a:r>
              <a:rPr lang="en-US" altLang="ko-KR" dirty="0"/>
              <a:t> </a:t>
            </a:r>
            <a:r>
              <a:rPr lang="en-US" altLang="ko-KR" dirty="0" err="1" smtClean="0"/>
              <a:t>com.skmagic.smarthome</a:t>
            </a:r>
            <a:r>
              <a:rPr lang="en-US" altLang="ko-KR" dirty="0" smtClean="0"/>
              <a:t> (</a:t>
            </a:r>
            <a:r>
              <a:rPr lang="ko-KR" altLang="en-US" dirty="0" smtClean="0"/>
              <a:t>구동 확인</a:t>
            </a:r>
            <a:r>
              <a:rPr lang="en-US" altLang="ko-KR" dirty="0" smtClean="0"/>
              <a:t>)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360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49167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프로그램 무결성 검증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(android</a:t>
            </a:r>
            <a:r>
              <a:rPr lang="en-US" altLang="ko-KR" dirty="0" smtClean="0"/>
              <a:t>) MO-005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526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37" y="94004"/>
            <a:ext cx="11497559" cy="62229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9292" y="6409189"/>
            <a:ext cx="613648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메인 </a:t>
            </a:r>
            <a:r>
              <a:rPr lang="ko-KR" altLang="en-US" dirty="0" err="1" smtClean="0"/>
              <a:t>엑티비티에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Toast</a:t>
            </a:r>
            <a:r>
              <a:rPr lang="ko-KR" altLang="en-US" dirty="0" smtClean="0"/>
              <a:t>메시지 작성 후 </a:t>
            </a:r>
            <a:r>
              <a:rPr lang="ko-KR" altLang="en-US" dirty="0" err="1" smtClean="0"/>
              <a:t>리패키징</a:t>
            </a:r>
            <a:r>
              <a:rPr lang="ko-KR" altLang="en-US" dirty="0" smtClean="0"/>
              <a:t> 후 재설치</a:t>
            </a:r>
          </a:p>
        </p:txBody>
      </p:sp>
    </p:spTree>
    <p:extLst>
      <p:ext uri="{BB962C8B-B14F-4D97-AF65-F5344CB8AC3E}">
        <p14:creationId xmlns:p14="http://schemas.microsoft.com/office/powerpoint/2010/main" val="340976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1283906" y="180975"/>
            <a:ext cx="6838500" cy="6581775"/>
            <a:chOff x="1283906" y="180975"/>
            <a:chExt cx="6838500" cy="658177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3906" y="180975"/>
              <a:ext cx="3123750" cy="6581775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8656" y="180975"/>
              <a:ext cx="3123750" cy="6581775"/>
            </a:xfrm>
            <a:prstGeom prst="rect">
              <a:avLst/>
            </a:prstGeom>
          </p:spPr>
        </p:pic>
        <p:sp>
          <p:nvSpPr>
            <p:cNvPr id="4" name="오른쪽 화살표 3"/>
            <p:cNvSpPr/>
            <p:nvPr/>
          </p:nvSpPr>
          <p:spPr>
            <a:xfrm>
              <a:off x="4530118" y="3275012"/>
              <a:ext cx="346075" cy="393700"/>
            </a:xfrm>
            <a:prstGeom prst="rightArrow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1466850" y="1104900"/>
              <a:ext cx="571500" cy="904875"/>
            </a:xfrm>
            <a:prstGeom prst="rect">
              <a:avLst/>
            </a:prstGeom>
            <a:noFill/>
            <a:ln w="25400">
              <a:solidFill>
                <a:srgbClr val="FFFF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810250" y="5534025"/>
              <a:ext cx="1495425" cy="44767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840961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49167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네트워크 보안 구성 적용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en-US" altLang="ko-KR"/>
              <a:t>android</a:t>
            </a:r>
            <a:r>
              <a:rPr lang="en-US" altLang="ko-KR" smtClean="0"/>
              <a:t>) MO-013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411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1908" y="4418586"/>
            <a:ext cx="378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android:usesCleartextTraffic</a:t>
            </a:r>
            <a:r>
              <a:rPr lang="ko-KR" altLang="en-US" dirty="0"/>
              <a:t>="</a:t>
            </a:r>
            <a:r>
              <a:rPr lang="ko-KR" altLang="en-US" dirty="0" err="1"/>
              <a:t>true</a:t>
            </a:r>
            <a:r>
              <a:rPr lang="ko-KR" altLang="en-US" dirty="0"/>
              <a:t>"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08" y="212785"/>
            <a:ext cx="11542792" cy="375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37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49167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네트워크 보안 구성 적용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(iOS) MO-014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3941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20" y="198933"/>
            <a:ext cx="10953750" cy="612457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45898" y="6323508"/>
            <a:ext cx="3964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/>
              <a:t>NSAllowsArbitraryLoads</a:t>
            </a:r>
            <a:r>
              <a:rPr lang="ko-KR" altLang="en-US" dirty="0" smtClean="0"/>
              <a:t> </a:t>
            </a:r>
            <a:r>
              <a:rPr lang="en-US" altLang="ko-KR" dirty="0" smtClean="0"/>
              <a:t>= true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9525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rtlCol="0" anchor="ctr">
        <a:spAutoFit/>
      </a:bodyPr>
      <a:lstStyle>
        <a:defPPr algn="ctr">
          <a:defRPr dirty="0" err="1"/>
        </a:defPPr>
      </a:lst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3487</TotalTime>
  <Words>131</Words>
  <Application>Microsoft Office PowerPoint</Application>
  <PresentationFormat>와이드스크린</PresentationFormat>
  <Paragraphs>31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Wingdings</vt:lpstr>
      <vt:lpstr>Office 테마</vt:lpstr>
      <vt:lpstr>스마트 홈</vt:lpstr>
      <vt:lpstr>PowerPoint 프레젠테이션</vt:lpstr>
      <vt:lpstr>불충분한 권한 검증</vt:lpstr>
      <vt:lpstr>PowerPoint 프레젠테이션</vt:lpstr>
      <vt:lpstr>외부 컴포넌트 접근 차단</vt:lpstr>
      <vt:lpstr>PowerPoint 프레젠테이션</vt:lpstr>
      <vt:lpstr>플랫폼 변조 탐지 (android) MO-004</vt:lpstr>
      <vt:lpstr>PowerPoint 프레젠테이션</vt:lpstr>
      <vt:lpstr>프로그램 무결성 검증 (android) MO-005</vt:lpstr>
      <vt:lpstr>PowerPoint 프레젠테이션</vt:lpstr>
      <vt:lpstr>PowerPoint 프레젠테이션</vt:lpstr>
      <vt:lpstr>네트워크 보안 구성 적용 (android) MO-013</vt:lpstr>
      <vt:lpstr>PowerPoint 프레젠테이션</vt:lpstr>
      <vt:lpstr>네트워크 보안 구성 적용 (iOS) MO-014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서비스센터</dc:title>
  <dc:creator>user</dc:creator>
  <cp:lastModifiedBy>user</cp:lastModifiedBy>
  <cp:revision>74</cp:revision>
  <dcterms:created xsi:type="dcterms:W3CDTF">2026-03-30T04:52:57Z</dcterms:created>
  <dcterms:modified xsi:type="dcterms:W3CDTF">2026-05-12T07:47:27Z</dcterms:modified>
</cp:coreProperties>
</file>