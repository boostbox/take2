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3" r:id="rId3"/>
    <p:sldId id="304" r:id="rId4"/>
    <p:sldId id="283" r:id="rId5"/>
    <p:sldId id="305" r:id="rId6"/>
    <p:sldId id="30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433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395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847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632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71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30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220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240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45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100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BF397-E9B3-4A39-BA8C-ED76B10DB6C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8837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BF397-E9B3-4A39-BA8C-ED76B10DB6CA}" type="datetimeFigureOut">
              <a:rPr lang="ko-KR" altLang="en-US" smtClean="0"/>
              <a:t>2026-08-13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71EE8-652F-4196-8917-2487B608F4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164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ko-KR" altLang="en-US" dirty="0" smtClean="0"/>
              <a:t>관제 말레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https://namuhx.com.my/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2738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불충분한 권한 검증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9359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73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9753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>
          <a:xfrm>
            <a:off x="1524000" y="2296822"/>
            <a:ext cx="9144000" cy="2387600"/>
          </a:xfrm>
        </p:spPr>
        <p:txBody>
          <a:bodyPr anchor="ctr"/>
          <a:lstStyle/>
          <a:p>
            <a:r>
              <a:rPr lang="ko-KR" altLang="en-US" dirty="0" smtClean="0"/>
              <a:t>관리자페이지 노출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2309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172" y="273465"/>
            <a:ext cx="11086138" cy="6236454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278324" y="1825320"/>
            <a:ext cx="315221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ko-KR" altLang="en-US" dirty="0"/>
              <a:t>https://dev.namuhx.com.my/</a:t>
            </a:r>
          </a:p>
        </p:txBody>
      </p:sp>
    </p:spTree>
    <p:extLst>
      <p:ext uri="{BB962C8B-B14F-4D97-AF65-F5344CB8AC3E}">
        <p14:creationId xmlns:p14="http://schemas.microsoft.com/office/powerpoint/2010/main" val="2063093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5400">
          <a:solidFill>
            <a:srgbClr val="FF0000"/>
          </a:solidFill>
        </a:ln>
      </a:spPr>
      <a:bodyPr rtlCol="0" anchor="ctr">
        <a:spAutoFit/>
      </a:bodyPr>
      <a:lstStyle>
        <a:defPPr algn="ctr">
          <a:defRPr dirty="0" err="1"/>
        </a:defPPr>
      </a:lstStyle>
    </a:spDef>
    <a:lnDef>
      <a:spPr>
        <a:ln w="254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solidFill>
          <a:schemeClr val="accent4">
            <a:lumMod val="40000"/>
            <a:lumOff val="60000"/>
          </a:schemeClr>
        </a:solidFill>
        <a:ln w="25400">
          <a:solidFill>
            <a:srgbClr val="FF0000"/>
          </a:solidFill>
        </a:ln>
      </a:spPr>
      <a:bodyPr wrap="none" rtlCol="0">
        <a:spAutoFit/>
      </a:bodyPr>
      <a:lstStyle>
        <a:defPPr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2830</TotalTime>
  <Words>15</Words>
  <Application>Microsoft Office PowerPoint</Application>
  <PresentationFormat>와이드스크린</PresentationFormat>
  <Paragraphs>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관제 말레</vt:lpstr>
      <vt:lpstr>불충분한 권한 검증</vt:lpstr>
      <vt:lpstr>PowerPoint 프레젠테이션</vt:lpstr>
      <vt:lpstr>PowerPoint 프레젠테이션</vt:lpstr>
      <vt:lpstr>관리자페이지 노출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서비스센터</dc:title>
  <dc:creator>user</dc:creator>
  <cp:lastModifiedBy>user</cp:lastModifiedBy>
  <cp:revision>71</cp:revision>
  <dcterms:created xsi:type="dcterms:W3CDTF">2026-03-30T04:52:57Z</dcterms:created>
  <dcterms:modified xsi:type="dcterms:W3CDTF">2026-08-13T03:52:37Z</dcterms:modified>
</cp:coreProperties>
</file>