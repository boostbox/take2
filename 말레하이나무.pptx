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303" r:id="rId3"/>
    <p:sldId id="304" r:id="rId4"/>
    <p:sldId id="283" r:id="rId5"/>
    <p:sldId id="316" r:id="rId6"/>
    <p:sldId id="317" r:id="rId7"/>
    <p:sldId id="318" r:id="rId8"/>
    <p:sldId id="321" r:id="rId9"/>
    <p:sldId id="322" r:id="rId10"/>
    <p:sldId id="323" r:id="rId11"/>
    <p:sldId id="324" r:id="rId12"/>
    <p:sldId id="325" r:id="rId13"/>
    <p:sldId id="313" r:id="rId14"/>
    <p:sldId id="314" r:id="rId15"/>
    <p:sldId id="315" r:id="rId16"/>
    <p:sldId id="310" r:id="rId17"/>
    <p:sldId id="311" r:id="rId18"/>
    <p:sldId id="326" r:id="rId19"/>
    <p:sldId id="327" r:id="rId20"/>
    <p:sldId id="290" r:id="rId21"/>
    <p:sldId id="291" r:id="rId22"/>
    <p:sldId id="294" r:id="rId23"/>
    <p:sldId id="301" r:id="rId24"/>
    <p:sldId id="302" r:id="rId25"/>
    <p:sldId id="295" r:id="rId26"/>
    <p:sldId id="296" r:id="rId27"/>
    <p:sldId id="297" r:id="rId28"/>
    <p:sldId id="298" r:id="rId29"/>
    <p:sldId id="292" r:id="rId30"/>
    <p:sldId id="293" r:id="rId31"/>
    <p:sldId id="306" r:id="rId32"/>
    <p:sldId id="307" r:id="rId33"/>
    <p:sldId id="308" r:id="rId34"/>
    <p:sldId id="309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014" autoAdjust="0"/>
  </p:normalViewPr>
  <p:slideViewPr>
    <p:cSldViewPr snapToGrid="0">
      <p:cViewPr varScale="1">
        <p:scale>
          <a:sx n="110" d="100"/>
          <a:sy n="110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95600-7CD1-4024-A090-883F7D8DFB45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82E07-7A16-47C6-B0AE-FC90B411AD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150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CA_KEY = "-----BEGIN PRIVATE KEY-----\nMIIEvgIBADANBgkqhkiG9w0BAQEFAASCBKgwggSkAgEAAoIBAQDN5Q1zhtJYeE5N\nT7kxD+U6aaNBal8GL4Um7G+h46ZDCLp+s8oqxoopgZ8JM+UoTR2asQ/3lueL+ovn\</a:t>
            </a:r>
            <a:r>
              <a:rPr lang="en-US" altLang="ko-KR" dirty="0" err="1" smtClean="0"/>
              <a:t>nECk</a:t>
            </a:r>
            <a:r>
              <a:rPr lang="en-US" altLang="ko-KR" dirty="0" smtClean="0"/>
              <a:t>/XuiuNR7opG0kDAU0jkRlp0h+NuH+r7zkLUKnYFLZia5lDNdkc/</a:t>
            </a:r>
            <a:r>
              <a:rPr lang="en-US" altLang="ko-KR" dirty="0" err="1" smtClean="0"/>
              <a:t>rfLIGnTlhx</a:t>
            </a:r>
            <a:r>
              <a:rPr lang="en-US" altLang="ko-KR" dirty="0" smtClean="0"/>
              <a:t>\nswrAIEddoCBhuZNOT7j7WmM2kc/piIXaAI+9J/OiQbKFu8Gqc9udN0j3Dp+M0FgB\nuv+4E5NTS8riS3OVaTmW+ybnV7y+wtKpaGgcAOrQCuIB6VThIexIAKRFRBLFZXQr\</a:t>
            </a:r>
            <a:r>
              <a:rPr lang="en-US" altLang="ko-KR" dirty="0" err="1" smtClean="0"/>
              <a:t>nmHNO</a:t>
            </a:r>
            <a:r>
              <a:rPr lang="en-US" altLang="ko-KR" dirty="0" smtClean="0"/>
              <a:t>/h5y8Jsb12ySIMLBaD65NFKgAV5k6E40vTTSrtV7LcNlNwuXz87g1BVplHmI\</a:t>
            </a:r>
            <a:r>
              <a:rPr lang="en-US" altLang="ko-KR" dirty="0" err="1" smtClean="0"/>
              <a:t>nCBVaVZyzAgMBAAECggEANfRuP</a:t>
            </a:r>
            <a:r>
              <a:rPr lang="en-US" altLang="ko-KR" dirty="0" smtClean="0"/>
              <a:t>/X2rURpkIzxxM+bjGEebQgI+r/9LqQK5OuZKDvj\nU0yeD/OTRSk4mdrFlHgQ5/a6bnFXIDF59AUiKf8fDnfRL7nW9/lGa+1UMydRMfID\n6w/2efz6WI4/Z85SqxxgXWyfM1igaU14k+MNUCelS/2oPrO4zG7L1OJs2WIAj/</a:t>
            </a:r>
            <a:r>
              <a:rPr lang="en-US" altLang="ko-KR" dirty="0" err="1" smtClean="0"/>
              <a:t>vE</a:t>
            </a:r>
            <a:r>
              <a:rPr lang="en-US" altLang="ko-KR" dirty="0" smtClean="0"/>
              <a:t>\nHnndSBa3rvTXmY37JclkChFokG0svuZMmaXWG1JI6JziSsvO4YZAYvZ10yCvbFzZ\niczMCyyGhRcUeG3wbVDK0lPp5f1jKtyfuQtR2uFhdRHUk2+cMY6s/o3hgdW5b/z9\nYddyw28tC6/uECHJs8dsmNM4hPc+n2+wCVwB9HbSMQKBgQD3V640Tv5UWiHM4lGq\npSdUViNsLgDLmNplWLB0aRbBgTsJLGlzI1sGqSEydlZORYZT4GBdLmTJdumBGBAn\n4FxfyyAVjjn8WjYo9ocyMrIGLFKF3EvSyx4opsOX6QOyuyzdDhzt+BkY66Zb0Bgl\nlzUQ4S6hhvvEQc5COiNmTuDT/QKBgQDVGfpp8yBamTyRgGQWTwRqIQuJC2QHOrhV\nOKQ7NwMyMObyML0ZQm2SCu+Oo0qsMxz8Ix6sNtnJfxZxpUYCLG3HWc6EfaGT1hDR\nEgWsdl9J/</a:t>
            </a:r>
            <a:r>
              <a:rPr lang="en-US" altLang="ko-KR" dirty="0" err="1" smtClean="0"/>
              <a:t>xP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KwgSzHuSqZTCuNQRTg</a:t>
            </a:r>
            <a:r>
              <a:rPr lang="en-US" altLang="ko-KR" dirty="0" smtClean="0"/>
              <a:t>/XbNfjXnMHy8UaTBL+0jHLAnmvczBrSnEM\nr8RgkjoabwKBgQCkuklz3vQ1O33tVQEs1Cc4XNHkl1LCRb+V5ZZHQUH9h9LIjkKA\ngxh5fCR21icuo9ENhY7IIEDRiBeFeYAw/pSm28I3eOyXa4FMkLuDrA2yXMxtCEWb\nUtl4G3CCeJaU72G2q1KLDkOwvCikVxft2SFnZ4FF5H9CuszigJPY7EmCBQKBgD+/\nfra1IWeY0ZKhOs+loadx7TZ47tpuyXfM8uw337/i+yNWSytEQOzgUptz48GxpKkU\nhHd2DR6G4xrqGxBJZCmvhuUBhBVqgytX3dSisIy9PqkloUumWg0cp8C8c8wdcwW5\nrLd6qKSbY4IjYcdS78xQGEDRD5n48eqepftRowoHAoGBAMdJ5/</a:t>
            </a:r>
            <a:r>
              <a:rPr lang="en-US" altLang="ko-KR" dirty="0" err="1" smtClean="0"/>
              <a:t>QwIymaTBhblYiL</a:t>
            </a:r>
            <a:r>
              <a:rPr lang="en-US" altLang="ko-KR" dirty="0" smtClean="0"/>
              <a:t>\nnvzZZ6kvxqId+JF93skZJ4NdQ346CVcWWbjTwO/oaJ9ri3MsWY18t4uSIYeYyaCa\n5dqQo3nObq2jqxFby92GWSNrwape2FvRGzJ7hnr44EkxUlQPeICod84RI/1mdOM8\</a:t>
            </a:r>
            <a:r>
              <a:rPr lang="en-US" altLang="ko-KR" dirty="0" err="1" smtClean="0"/>
              <a:t>nE+VTo</a:t>
            </a:r>
            <a:r>
              <a:rPr lang="en-US" altLang="ko-KR" dirty="0" smtClean="0"/>
              <a:t>/KjRA8P2ogks9bltd6f\n-----END PRIVATE KEY-----";</a:t>
            </a:r>
          </a:p>
          <a:p>
            <a:endParaRPr lang="en-US" altLang="ko-KR" dirty="0" smtClean="0"/>
          </a:p>
          <a:p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CA_CERT = </a:t>
            </a:r>
            <a:r>
              <a:rPr lang="en-US" altLang="ko-KR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CertData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("-----BEGIN CERTIFICATE-----\nMIIC8TCCAdmgAwIBAgIJAMNI15HrGylkMA0GCSqGSIb3DQEBCwUAMA8xDTALBgNV\nBAMMBFJvb3QwHhcNMTQxMTE4MTY1NDAzWhcNMzQxMTEzMTY1NDAzWjAPMQ0wCwYD\nVQQDDARSb290MIIBIjANBgkqhkiG9w0BAQEFAAOCAQ8AMIIBCgKCAQEAzeUNc4bS\nWHhOTU+5MQ/lOmmjQWpfBi+FJuxvoeOmQwi6frPKKsaKKYGfCTPlKE0dmrEP95bn\</a:t>
            </a:r>
            <a:r>
              <a:rPr lang="en-US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/qL5xApP17orjUe6KRtJAwFNI5EZadIfjbh/q+85C1Cp2BS2YmuZQzXZHP63yyB\np05YcbMKwCBHXaAgYbmTTk+4+1pjNpHP6YiF2gCPvSfzokGyhbvBqnPbnTdI9w6f\</a:t>
            </a:r>
            <a:r>
              <a:rPr lang="en-US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njNBYAbr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uBOTU0vK4ktzlWk5lvsm51e8vsLSqWhoHADq0AriAelU4SHsSACkRUQS\nxWV0K5hzTv4ecvCbG9dskiDCwWg+uTRSoAFeZOhONL000q7Vey3DZTcLl8/O4NQV\naZR5iAgVWlWcswIDAQABo1AwTjAdBgNVHQ4EFgQUsimlIRDcJR0ofR7oM8KwHFOH\n+sIwHwYDVR0jBBgwFoAUsimlIRDcJR0ofR7oM8KwHFOH+sIwDAYDVR0TBAUwAwEB\n/zANBgkqhkiG9w0BAQsFAAOCAQEAWQl8SmbQoBV3tjOJ8zMlcN0xOPpSSNbx0g7E\</a:t>
            </a:r>
            <a:r>
              <a:rPr lang="en-US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nL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/dQgJpet0McW62RHlgQAOKbS3PReo2nsRB/ZRyYDu4i13ZHZ8bMsGOES4BQpz13\nmtmXg9RhsXqL0eDYfBcjjtlruUbxhnALp4VN1zVdyWAPCj0eu3MxpgMWcyn50Qmi\</a:t>
            </a:r>
            <a:r>
              <a:rPr lang="en-US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nJSj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lLhve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/wKvjG5WhnV8uRKRuFbFct0DHAHMnZqFHcGS5So0cYnSfK5fbBR\nNelGflhpbbPp0V0aXiqinqD0Ye3OaZdFq+2rP1oC/a5/Ou4LspY3b5oD9rENdy7b\nq0KewPFtgPvUkJrJ3TzbiwvpghZ7zG26bnJ5I7uc4y1VujqaOA==\n-----END CERTIFICATE-----");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82E07-7A16-47C6-B0AE-FC90B411AD6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287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82E07-7A16-47C6-B0AE-FC90B411AD6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41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43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39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47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63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71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30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20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40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45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0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83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BF397-E9B3-4A39-BA8C-ED76B10DB6CA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16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ko-KR" altLang="en-US" dirty="0" err="1" smtClean="0"/>
              <a:t>하이나무</a:t>
            </a:r>
            <a:r>
              <a:rPr lang="ko-KR" altLang="en-US" dirty="0" smtClean="0"/>
              <a:t> 말레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2738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불충분한 권한 검증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9359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73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975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불충분한 권한 검증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1288869" y="4378124"/>
            <a:ext cx="9814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</a:t>
            </a:r>
            <a:r>
              <a:rPr lang="ko-KR" altLang="en-US" dirty="0" smtClean="0"/>
              <a:t>app-api.namuhx.com.my/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8901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624113" y="305170"/>
            <a:ext cx="10624911" cy="5962960"/>
            <a:chOff x="624113" y="305170"/>
            <a:chExt cx="10624911" cy="596296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113" y="305170"/>
              <a:ext cx="10624911" cy="5962960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4496499" y="4412609"/>
              <a:ext cx="6669248" cy="16778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4479721" y="4957894"/>
              <a:ext cx="6702804" cy="14261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419624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82" y="502536"/>
            <a:ext cx="11937915" cy="547154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48343" y="5138058"/>
            <a:ext cx="1558834" cy="1480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4" name="직사각형 3"/>
          <p:cNvSpPr/>
          <p:nvPr/>
        </p:nvSpPr>
        <p:spPr>
          <a:xfrm>
            <a:off x="6727372" y="3055427"/>
            <a:ext cx="666205" cy="14061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ctr"/>
            <a:endParaRPr lang="ko-KR" altLang="en-US" dirty="0" err="1"/>
          </a:p>
        </p:txBody>
      </p:sp>
    </p:spTree>
    <p:extLst>
      <p:ext uri="{BB962C8B-B14F-4D97-AF65-F5344CB8AC3E}">
        <p14:creationId xmlns:p14="http://schemas.microsoft.com/office/powerpoint/2010/main" val="1545135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5400" dirty="0" smtClean="0"/>
              <a:t>부적절한 이용자 인가 여부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016222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935311" y="43545"/>
            <a:ext cx="9815804" cy="6740434"/>
            <a:chOff x="935311" y="43545"/>
            <a:chExt cx="9815804" cy="6740434"/>
          </a:xfrm>
        </p:grpSpPr>
        <p:grpSp>
          <p:nvGrpSpPr>
            <p:cNvPr id="7" name="그룹 6"/>
            <p:cNvGrpSpPr/>
            <p:nvPr/>
          </p:nvGrpSpPr>
          <p:grpSpPr>
            <a:xfrm>
              <a:off x="935311" y="43545"/>
              <a:ext cx="9815804" cy="6740434"/>
              <a:chOff x="935311" y="43545"/>
              <a:chExt cx="9815804" cy="6740434"/>
            </a:xfrm>
          </p:grpSpPr>
          <p:pic>
            <p:nvPicPr>
              <p:cNvPr id="2" name="그림 1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5311" y="43545"/>
                <a:ext cx="3023118" cy="6740434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  <p:pic>
            <p:nvPicPr>
              <p:cNvPr id="3" name="그림 2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31654" y="43545"/>
                <a:ext cx="3023118" cy="6740434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  <p:pic>
            <p:nvPicPr>
              <p:cNvPr id="4" name="그림 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27997" y="43545"/>
                <a:ext cx="3023118" cy="6740434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  <p:sp>
            <p:nvSpPr>
              <p:cNvPr id="5" name="오른쪽 화살표 4"/>
              <p:cNvSpPr/>
              <p:nvPr/>
            </p:nvSpPr>
            <p:spPr>
              <a:xfrm>
                <a:off x="4033253" y="3322322"/>
                <a:ext cx="223577" cy="182880"/>
              </a:xfrm>
              <a:prstGeom prst="rightArrow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rtlCol="0" anchor="ctr">
                <a:spAutoFit/>
              </a:bodyPr>
              <a:lstStyle/>
              <a:p>
                <a:pPr algn="ctr"/>
                <a:endParaRPr lang="ko-KR" altLang="en-US" dirty="0" err="1"/>
              </a:p>
            </p:txBody>
          </p:sp>
          <p:sp>
            <p:nvSpPr>
              <p:cNvPr id="6" name="오른쪽 화살표 5"/>
              <p:cNvSpPr/>
              <p:nvPr/>
            </p:nvSpPr>
            <p:spPr>
              <a:xfrm>
                <a:off x="7429596" y="3322322"/>
                <a:ext cx="223577" cy="182880"/>
              </a:xfrm>
              <a:prstGeom prst="rightArrow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rtlCol="0" anchor="ctr">
                <a:spAutoFit/>
              </a:bodyPr>
              <a:lstStyle/>
              <a:p>
                <a:pPr algn="ctr"/>
                <a:endParaRPr lang="ko-KR" altLang="en-US" dirty="0" err="1"/>
              </a:p>
            </p:txBody>
          </p:sp>
        </p:grpSp>
        <p:sp>
          <p:nvSpPr>
            <p:cNvPr id="8" name="직사각형 7"/>
            <p:cNvSpPr/>
            <p:nvPr/>
          </p:nvSpPr>
          <p:spPr>
            <a:xfrm>
              <a:off x="1898469" y="4676503"/>
              <a:ext cx="1088571" cy="34834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5538651" y="5878286"/>
              <a:ext cx="566058" cy="296091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7794168" y="2403567"/>
              <a:ext cx="2895984" cy="801188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12" name="직선 화살표 연결선 11"/>
            <p:cNvCxnSpPr>
              <a:stCxn id="10" idx="2"/>
            </p:cNvCxnSpPr>
            <p:nvPr/>
          </p:nvCxnSpPr>
          <p:spPr>
            <a:xfrm>
              <a:off x="9242160" y="3204755"/>
              <a:ext cx="67303" cy="2673531"/>
            </a:xfrm>
            <a:prstGeom prst="straightConnector1">
              <a:avLst/>
            </a:prstGeom>
            <a:ln w="254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10895608" y="191589"/>
            <a:ext cx="118974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mtClean="0"/>
              <a:t>기기 등록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66480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1184365" y="721976"/>
            <a:ext cx="10043568" cy="5606433"/>
            <a:chOff x="1184365" y="556513"/>
            <a:chExt cx="10043568" cy="5606433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4365" y="556513"/>
              <a:ext cx="10043568" cy="5606433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1506583" y="4528457"/>
              <a:ext cx="2508068" cy="85344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44938" y="95794"/>
            <a:ext cx="606121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https://</a:t>
            </a:r>
            <a:r>
              <a:rPr lang="en-US" altLang="ko-KR" dirty="0" smtClean="0"/>
              <a:t>app-api.namuhx.com.my/api/app/product/device</a:t>
            </a:r>
          </a:p>
        </p:txBody>
      </p:sp>
    </p:spTree>
    <p:extLst>
      <p:ext uri="{BB962C8B-B14F-4D97-AF65-F5344CB8AC3E}">
        <p14:creationId xmlns:p14="http://schemas.microsoft.com/office/powerpoint/2010/main" val="433108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386244" y="184897"/>
            <a:ext cx="11100442" cy="6244478"/>
            <a:chOff x="386244" y="184897"/>
            <a:chExt cx="11100442" cy="6244478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6244" y="184897"/>
              <a:ext cx="11100442" cy="6244478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1428750" y="6105525"/>
              <a:ext cx="2009775" cy="24765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10020300" y="1866900"/>
              <a:ext cx="523875" cy="120967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8" name="직선 화살표 연결선 7"/>
            <p:cNvCxnSpPr>
              <a:stCxn id="4" idx="1"/>
              <a:endCxn id="3" idx="3"/>
            </p:cNvCxnSpPr>
            <p:nvPr/>
          </p:nvCxnSpPr>
          <p:spPr>
            <a:xfrm flipH="1">
              <a:off x="3438525" y="2471738"/>
              <a:ext cx="6581775" cy="37576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4248150" y="1066800"/>
            <a:ext cx="642291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serial </a:t>
            </a:r>
            <a:r>
              <a:rPr lang="ko-KR" altLang="en-US" dirty="0" smtClean="0"/>
              <a:t>값에 </a:t>
            </a:r>
            <a:r>
              <a:rPr lang="en-US" altLang="ko-KR" dirty="0" smtClean="0"/>
              <a:t>‘test1’ </a:t>
            </a:r>
            <a:r>
              <a:rPr lang="ko-KR" altLang="en-US" dirty="0" smtClean="0"/>
              <a:t>부터 </a:t>
            </a:r>
            <a:r>
              <a:rPr lang="en-US" altLang="ko-KR" dirty="0" smtClean="0"/>
              <a:t>‘test20’</a:t>
            </a:r>
            <a:r>
              <a:rPr lang="ko-KR" altLang="en-US" dirty="0" smtClean="0"/>
              <a:t>까지의 값으로 기기 등록 시도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366513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1024301" y="115600"/>
            <a:ext cx="10224900" cy="6742400"/>
            <a:chOff x="1043351" y="115600"/>
            <a:chExt cx="10224900" cy="6742400"/>
          </a:xfrm>
        </p:grpSpPr>
        <p:grpSp>
          <p:nvGrpSpPr>
            <p:cNvPr id="12" name="그룹 11"/>
            <p:cNvGrpSpPr/>
            <p:nvPr/>
          </p:nvGrpSpPr>
          <p:grpSpPr>
            <a:xfrm>
              <a:off x="1043351" y="115600"/>
              <a:ext cx="6624450" cy="6742400"/>
              <a:chOff x="2710226" y="58450"/>
              <a:chExt cx="6624450" cy="6742400"/>
            </a:xfrm>
          </p:grpSpPr>
          <p:pic>
            <p:nvPicPr>
              <p:cNvPr id="8" name="그림 7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10226" y="58450"/>
                <a:ext cx="3024000" cy="674240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  <p:pic>
            <p:nvPicPr>
              <p:cNvPr id="9" name="그림 8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10676" y="58450"/>
                <a:ext cx="3024000" cy="674240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  <p:sp>
            <p:nvSpPr>
              <p:cNvPr id="10" name="직사각형 9"/>
              <p:cNvSpPr/>
              <p:nvPr/>
            </p:nvSpPr>
            <p:spPr>
              <a:xfrm>
                <a:off x="2781300" y="914400"/>
                <a:ext cx="1171575" cy="22860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rtlCol="0" anchor="ctr">
                <a:spAutoFit/>
              </a:bodyPr>
              <a:lstStyle/>
              <a:p>
                <a:pPr algn="ctr"/>
                <a:endParaRPr lang="ko-KR" altLang="en-US" dirty="0" err="1"/>
              </a:p>
            </p:txBody>
          </p:sp>
          <p:sp>
            <p:nvSpPr>
              <p:cNvPr id="11" name="직사각형 10"/>
              <p:cNvSpPr/>
              <p:nvPr/>
            </p:nvSpPr>
            <p:spPr>
              <a:xfrm>
                <a:off x="6515100" y="333375"/>
                <a:ext cx="942975" cy="601980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rtlCol="0" anchor="ctr">
                <a:spAutoFit/>
              </a:bodyPr>
              <a:lstStyle/>
              <a:p>
                <a:pPr algn="ctr"/>
                <a:endParaRPr lang="ko-KR" altLang="en-US" dirty="0" err="1"/>
              </a:p>
            </p:txBody>
          </p:sp>
        </p:grpSp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4251" y="115600"/>
              <a:ext cx="3024000" cy="67424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15" name="직사각형 14"/>
            <p:cNvSpPr/>
            <p:nvPr/>
          </p:nvSpPr>
          <p:spPr>
            <a:xfrm>
              <a:off x="10115550" y="1457325"/>
              <a:ext cx="1019175" cy="52387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2557159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불충분한 세션 관리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3019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65979" y="366052"/>
            <a:ext cx="10601417" cy="5934079"/>
            <a:chOff x="365979" y="366052"/>
            <a:chExt cx="10601417" cy="5934079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5979" y="366052"/>
              <a:ext cx="10601417" cy="5934079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571500" y="1714500"/>
              <a:ext cx="5391150" cy="274320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7305675" y="3996035"/>
            <a:ext cx="5203476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Access Token</a:t>
            </a:r>
            <a:r>
              <a:rPr lang="ko-KR" altLang="en-US" dirty="0" smtClean="0"/>
              <a:t>이 아닌 </a:t>
            </a:r>
            <a:r>
              <a:rPr lang="en-US" altLang="ko-KR" dirty="0" smtClean="0"/>
              <a:t>Id token</a:t>
            </a:r>
            <a:r>
              <a:rPr lang="ko-KR" altLang="en-US" dirty="0" smtClean="0"/>
              <a:t>사용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단순 자격 검증이 목적이라면 </a:t>
            </a:r>
            <a:r>
              <a:rPr lang="en-US" altLang="ko-KR" dirty="0" smtClean="0"/>
              <a:t>Access Token </a:t>
            </a:r>
            <a:r>
              <a:rPr lang="ko-KR" altLang="en-US" dirty="0" smtClean="0"/>
              <a:t>사용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156720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427533" y="179462"/>
            <a:ext cx="11516505" cy="6478469"/>
            <a:chOff x="427533" y="179462"/>
            <a:chExt cx="11516505" cy="6478469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533" y="179462"/>
              <a:ext cx="11516505" cy="6478469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6308521" y="5577840"/>
              <a:ext cx="1806779" cy="319621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6308521" y="3733799"/>
              <a:ext cx="1521029" cy="33337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143000" y="480613"/>
            <a:ext cx="922534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JWT</a:t>
            </a:r>
            <a:r>
              <a:rPr lang="ko-KR" altLang="en-US" dirty="0" smtClean="0"/>
              <a:t>는 서명이 암호화 되어있더라도 </a:t>
            </a:r>
            <a:r>
              <a:rPr lang="en-US" altLang="ko-KR" dirty="0" err="1" smtClean="0"/>
              <a:t>payloa</a:t>
            </a:r>
            <a:r>
              <a:rPr lang="ko-KR" altLang="en-US" dirty="0" smtClean="0"/>
              <a:t>는 누구나 </a:t>
            </a:r>
            <a:r>
              <a:rPr lang="en-US" altLang="ko-KR" dirty="0" smtClean="0"/>
              <a:t>base64</a:t>
            </a:r>
            <a:r>
              <a:rPr lang="ko-KR" altLang="en-US" dirty="0" smtClean="0"/>
              <a:t>로 디코딩하여 확인 가능함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44955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중요정보 노출 방지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4163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296182" y="566057"/>
            <a:ext cx="11436324" cy="5022850"/>
            <a:chOff x="296182" y="566057"/>
            <a:chExt cx="11436324" cy="5022850"/>
          </a:xfrm>
        </p:grpSpPr>
        <p:grpSp>
          <p:nvGrpSpPr>
            <p:cNvPr id="7" name="그룹 6"/>
            <p:cNvGrpSpPr/>
            <p:nvPr/>
          </p:nvGrpSpPr>
          <p:grpSpPr>
            <a:xfrm>
              <a:off x="296182" y="566057"/>
              <a:ext cx="11436324" cy="5022850"/>
              <a:chOff x="296182" y="566057"/>
              <a:chExt cx="11436324" cy="5022850"/>
            </a:xfrm>
          </p:grpSpPr>
          <p:pic>
            <p:nvPicPr>
              <p:cNvPr id="2" name="그림 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96182" y="566057"/>
                <a:ext cx="11436324" cy="5022850"/>
              </a:xfrm>
              <a:prstGeom prst="rect">
                <a:avLst/>
              </a:prstGeom>
            </p:spPr>
          </p:pic>
          <p:sp>
            <p:nvSpPr>
              <p:cNvPr id="3" name="직사각형 2"/>
              <p:cNvSpPr/>
              <p:nvPr/>
            </p:nvSpPr>
            <p:spPr>
              <a:xfrm>
                <a:off x="1175657" y="609599"/>
                <a:ext cx="3831772" cy="290286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rtlCol="0" anchor="ctr">
                <a:spAutoFit/>
              </a:bodyPr>
              <a:lstStyle/>
              <a:p>
                <a:pPr algn="ctr"/>
                <a:endParaRPr lang="ko-KR" altLang="en-US" dirty="0" err="1"/>
              </a:p>
            </p:txBody>
          </p:sp>
          <p:sp>
            <p:nvSpPr>
              <p:cNvPr id="4" name="직사각형 3"/>
              <p:cNvSpPr/>
              <p:nvPr/>
            </p:nvSpPr>
            <p:spPr>
              <a:xfrm>
                <a:off x="354238" y="2177143"/>
                <a:ext cx="11300732" cy="478971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rtlCol="0" anchor="ctr">
                <a:spAutoFit/>
              </a:bodyPr>
              <a:lstStyle/>
              <a:p>
                <a:pPr algn="ctr"/>
                <a:endParaRPr lang="ko-KR" altLang="en-US" dirty="0" err="1"/>
              </a:p>
            </p:txBody>
          </p:sp>
          <p:sp>
            <p:nvSpPr>
              <p:cNvPr id="5" name="직사각형 4"/>
              <p:cNvSpPr/>
              <p:nvPr/>
            </p:nvSpPr>
            <p:spPr>
              <a:xfrm>
                <a:off x="8824684" y="4760686"/>
                <a:ext cx="2801257" cy="232228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rtlCol="0" anchor="ctr">
                <a:spAutoFit/>
              </a:bodyPr>
              <a:lstStyle/>
              <a:p>
                <a:pPr algn="ctr"/>
                <a:endParaRPr lang="ko-KR" altLang="en-US" dirty="0" err="1"/>
              </a:p>
            </p:txBody>
          </p:sp>
          <p:sp>
            <p:nvSpPr>
              <p:cNvPr id="6" name="직사각형 5"/>
              <p:cNvSpPr/>
              <p:nvPr/>
            </p:nvSpPr>
            <p:spPr>
              <a:xfrm>
                <a:off x="354238" y="4992914"/>
                <a:ext cx="1198791" cy="188686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rtlCol="0" anchor="ctr">
                <a:spAutoFit/>
              </a:bodyPr>
              <a:lstStyle/>
              <a:p>
                <a:pPr algn="ctr"/>
                <a:endParaRPr lang="ko-KR" altLang="en-US" dirty="0" err="1"/>
              </a:p>
            </p:txBody>
          </p:sp>
        </p:grpSp>
        <p:cxnSp>
          <p:nvCxnSpPr>
            <p:cNvPr id="9" name="직선 화살표 연결선 8"/>
            <p:cNvCxnSpPr>
              <a:stCxn id="3" idx="2"/>
              <a:endCxn id="4" idx="0"/>
            </p:cNvCxnSpPr>
            <p:nvPr/>
          </p:nvCxnSpPr>
          <p:spPr>
            <a:xfrm>
              <a:off x="3091543" y="899885"/>
              <a:ext cx="2913061" cy="1277258"/>
            </a:xfrm>
            <a:prstGeom prst="straightConnector1">
              <a:avLst/>
            </a:prstGeom>
            <a:ln w="254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/>
            <p:cNvCxnSpPr>
              <a:stCxn id="4" idx="2"/>
              <a:endCxn id="5" idx="0"/>
            </p:cNvCxnSpPr>
            <p:nvPr/>
          </p:nvCxnSpPr>
          <p:spPr>
            <a:xfrm>
              <a:off x="6004604" y="2656114"/>
              <a:ext cx="4220709" cy="2104572"/>
            </a:xfrm>
            <a:prstGeom prst="straightConnector1">
              <a:avLst/>
            </a:prstGeom>
            <a:ln w="254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8297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/>
          <p:cNvGrpSpPr/>
          <p:nvPr/>
        </p:nvGrpSpPr>
        <p:grpSpPr>
          <a:xfrm>
            <a:off x="1281476" y="67975"/>
            <a:ext cx="9753765" cy="6770975"/>
            <a:chOff x="1281476" y="67975"/>
            <a:chExt cx="9753765" cy="6770975"/>
          </a:xfrm>
        </p:grpSpPr>
        <p:grpSp>
          <p:nvGrpSpPr>
            <p:cNvPr id="11" name="그룹 10"/>
            <p:cNvGrpSpPr/>
            <p:nvPr/>
          </p:nvGrpSpPr>
          <p:grpSpPr>
            <a:xfrm>
              <a:off x="1281476" y="67975"/>
              <a:ext cx="9753765" cy="6770975"/>
              <a:chOff x="636251" y="0"/>
              <a:chExt cx="9753765" cy="6770975"/>
            </a:xfrm>
          </p:grpSpPr>
          <p:pic>
            <p:nvPicPr>
              <p:cNvPr id="12" name="그림 11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251" y="28575"/>
                <a:ext cx="3024000" cy="67424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</p:pic>
          <p:pic>
            <p:nvPicPr>
              <p:cNvPr id="13" name="그림 12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86846" y="0"/>
                <a:ext cx="3024000" cy="67424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</p:pic>
          <p:pic>
            <p:nvPicPr>
              <p:cNvPr id="14" name="그림 1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66016" y="0"/>
                <a:ext cx="3024000" cy="67424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</p:pic>
        </p:grpSp>
        <p:sp>
          <p:nvSpPr>
            <p:cNvPr id="15" name="직사각형 14"/>
            <p:cNvSpPr/>
            <p:nvPr/>
          </p:nvSpPr>
          <p:spPr>
            <a:xfrm>
              <a:off x="2543175" y="4238625"/>
              <a:ext cx="485775" cy="57150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6762750" y="695324"/>
              <a:ext cx="619126" cy="361951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9896475" y="3562350"/>
              <a:ext cx="561975" cy="20002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3438949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1281476" y="67975"/>
            <a:ext cx="9748650" cy="6742400"/>
            <a:chOff x="1281476" y="67975"/>
            <a:chExt cx="9748650" cy="6742400"/>
          </a:xfrm>
        </p:grpSpPr>
        <p:grpSp>
          <p:nvGrpSpPr>
            <p:cNvPr id="7" name="그룹 6"/>
            <p:cNvGrpSpPr/>
            <p:nvPr/>
          </p:nvGrpSpPr>
          <p:grpSpPr>
            <a:xfrm>
              <a:off x="1281476" y="67975"/>
              <a:ext cx="9748650" cy="6742400"/>
              <a:chOff x="1529126" y="0"/>
              <a:chExt cx="9748650" cy="6742400"/>
            </a:xfrm>
          </p:grpSpPr>
          <p:pic>
            <p:nvPicPr>
              <p:cNvPr id="4" name="그림 3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53776" y="0"/>
                <a:ext cx="3024000" cy="674240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  <p:pic>
            <p:nvPicPr>
              <p:cNvPr id="5" name="그림 4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29126" y="0"/>
                <a:ext cx="3024000" cy="674240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  <p:pic>
            <p:nvPicPr>
              <p:cNvPr id="6" name="그림 5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91451" y="0"/>
                <a:ext cx="3024000" cy="674240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</p:grpSp>
        <p:sp>
          <p:nvSpPr>
            <p:cNvPr id="8" name="직사각형 7"/>
            <p:cNvSpPr/>
            <p:nvPr/>
          </p:nvSpPr>
          <p:spPr>
            <a:xfrm>
              <a:off x="2143125" y="3219450"/>
              <a:ext cx="1295400" cy="25782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20609" y="2238375"/>
              <a:ext cx="1340432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/>
                <a:t>‘1937’ </a:t>
              </a:r>
              <a:r>
                <a:rPr lang="ko-KR" altLang="en-US" dirty="0" smtClean="0"/>
                <a:t>입력</a:t>
              </a:r>
            </a:p>
          </p:txBody>
        </p:sp>
        <p:cxnSp>
          <p:nvCxnSpPr>
            <p:cNvPr id="11" name="직선 화살표 연결선 10"/>
            <p:cNvCxnSpPr>
              <a:stCxn id="9" idx="2"/>
              <a:endCxn id="8" idx="0"/>
            </p:cNvCxnSpPr>
            <p:nvPr/>
          </p:nvCxnSpPr>
          <p:spPr>
            <a:xfrm>
              <a:off x="2790825" y="2607707"/>
              <a:ext cx="0" cy="611743"/>
            </a:xfrm>
            <a:prstGeom prst="straightConnector1">
              <a:avLst/>
            </a:prstGeom>
            <a:ln w="254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/>
            <p:cNvSpPr/>
            <p:nvPr/>
          </p:nvSpPr>
          <p:spPr>
            <a:xfrm>
              <a:off x="5762625" y="5638800"/>
              <a:ext cx="704850" cy="20955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8029575" y="1647825"/>
              <a:ext cx="2933700" cy="421957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652235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400" dirty="0" smtClean="0"/>
              <a:t>데이터 백업 및 디버깅 제한 설정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960621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633412" y="366712"/>
            <a:ext cx="10925175" cy="6124575"/>
            <a:chOff x="633412" y="366712"/>
            <a:chExt cx="10925175" cy="612457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3412" y="366712"/>
              <a:ext cx="10925175" cy="6124575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5754848" y="2407640"/>
              <a:ext cx="1837189" cy="20972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6" name="직선 화살표 연결선 5"/>
            <p:cNvCxnSpPr>
              <a:endCxn id="4" idx="1"/>
            </p:cNvCxnSpPr>
            <p:nvPr/>
          </p:nvCxnSpPr>
          <p:spPr>
            <a:xfrm flipV="1">
              <a:off x="3145872" y="2512503"/>
              <a:ext cx="2608976" cy="89342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348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633412" y="366712"/>
            <a:ext cx="10925175" cy="6124575"/>
            <a:chOff x="633412" y="366712"/>
            <a:chExt cx="10925175" cy="6124575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3412" y="366712"/>
              <a:ext cx="10925175" cy="6124575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5763237" y="2843868"/>
              <a:ext cx="3095537" cy="20972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469" y="3346478"/>
              <a:ext cx="5574441" cy="3124992"/>
            </a:xfrm>
            <a:prstGeom prst="rect">
              <a:avLst/>
            </a:prstGeom>
          </p:spPr>
        </p:pic>
        <p:cxnSp>
          <p:nvCxnSpPr>
            <p:cNvPr id="8" name="직선 화살표 연결선 7"/>
            <p:cNvCxnSpPr>
              <a:stCxn id="7" idx="1"/>
            </p:cNvCxnSpPr>
            <p:nvPr/>
          </p:nvCxnSpPr>
          <p:spPr>
            <a:xfrm flipH="1">
              <a:off x="4504889" y="2948731"/>
              <a:ext cx="1258348" cy="122059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7132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플랫폼 변조 탐지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304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07" y="818148"/>
            <a:ext cx="2588657" cy="5760000"/>
          </a:xfrm>
          <a:prstGeom prst="rect">
            <a:avLst/>
          </a:prstGeom>
        </p:spPr>
      </p:pic>
      <p:grpSp>
        <p:nvGrpSpPr>
          <p:cNvPr id="6" name="그룹 5"/>
          <p:cNvGrpSpPr/>
          <p:nvPr/>
        </p:nvGrpSpPr>
        <p:grpSpPr>
          <a:xfrm>
            <a:off x="3309536" y="1385787"/>
            <a:ext cx="7324725" cy="4067175"/>
            <a:chOff x="3309536" y="1385787"/>
            <a:chExt cx="7324725" cy="406717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9536" y="1385787"/>
              <a:ext cx="7324725" cy="4067175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3328786" y="1684421"/>
              <a:ext cx="482818" cy="18288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4061861" y="2204186"/>
              <a:ext cx="6198669" cy="24063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3594217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프로그램</a:t>
            </a:r>
            <a:r>
              <a:rPr lang="en-US" altLang="ko-KR" dirty="0" smtClean="0"/>
              <a:t> </a:t>
            </a:r>
            <a:r>
              <a:rPr lang="ko-KR" altLang="en-US" dirty="0" smtClean="0"/>
              <a:t>무결성 검증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0079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600325" y="1481137"/>
            <a:ext cx="6991350" cy="3895725"/>
            <a:chOff x="2600325" y="1481137"/>
            <a:chExt cx="6991350" cy="389572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0325" y="1481137"/>
              <a:ext cx="6991350" cy="3895725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3792354" y="1934678"/>
              <a:ext cx="3561347" cy="211756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2984607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/>
        </p:nvGrpSpPr>
        <p:grpSpPr>
          <a:xfrm>
            <a:off x="1490662" y="838200"/>
            <a:ext cx="9210675" cy="5181600"/>
            <a:chOff x="1490662" y="838200"/>
            <a:chExt cx="9210675" cy="518160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0662" y="838200"/>
              <a:ext cx="9210675" cy="5181600"/>
            </a:xfrm>
            <a:prstGeom prst="rect">
              <a:avLst/>
            </a:prstGeom>
          </p:spPr>
        </p:pic>
        <p:cxnSp>
          <p:nvCxnSpPr>
            <p:cNvPr id="6" name="직선 화살표 연결선 5"/>
            <p:cNvCxnSpPr>
              <a:stCxn id="9" idx="0"/>
            </p:cNvCxnSpPr>
            <p:nvPr/>
          </p:nvCxnSpPr>
          <p:spPr>
            <a:xfrm flipV="1">
              <a:off x="5323757" y="2726422"/>
              <a:ext cx="11641" cy="8702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2057186" y="3596697"/>
              <a:ext cx="6533142" cy="120032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/>
                <a:t>const</a:t>
              </a:r>
              <a:r>
                <a:rPr lang="en-US" altLang="ko-KR" sz="1200" dirty="0"/>
                <a:t>-string v0, "\ubb34\uacb0\uc131\u0020\uac80\uc99d\u0020\uc2e4\ud328"</a:t>
              </a:r>
            </a:p>
            <a:p>
              <a:r>
                <a:rPr lang="en-US" altLang="ko-KR" sz="1200" dirty="0" err="1"/>
                <a:t>const</a:t>
              </a:r>
              <a:r>
                <a:rPr lang="en-US" altLang="ko-KR" sz="1200" dirty="0"/>
                <a:t>/4 v1, 0x0 # </a:t>
              </a:r>
              <a:r>
                <a:rPr lang="en-US" altLang="ko-KR" sz="1200" dirty="0" err="1"/>
                <a:t>Toast.LENGTH_SHORT</a:t>
              </a:r>
              <a:endParaRPr lang="en-US" altLang="ko-KR" sz="1200" dirty="0"/>
            </a:p>
            <a:p>
              <a:r>
                <a:rPr lang="en-US" altLang="ko-KR" sz="1200" dirty="0"/>
                <a:t>invoke-static {p0, v0, v1}, </a:t>
              </a:r>
              <a:r>
                <a:rPr lang="en-US" altLang="ko-KR" sz="1200" dirty="0" err="1"/>
                <a:t>Landroid</a:t>
              </a:r>
              <a:r>
                <a:rPr lang="en-US" altLang="ko-KR" sz="1200" dirty="0"/>
                <a:t>/widget/Toast;-&gt;</a:t>
              </a:r>
              <a:r>
                <a:rPr lang="en-US" altLang="ko-KR" sz="1200" dirty="0" err="1"/>
                <a:t>makeText</a:t>
              </a:r>
              <a:r>
                <a:rPr lang="en-US" altLang="ko-KR" sz="1200" dirty="0"/>
                <a:t>(</a:t>
              </a:r>
              <a:r>
                <a:rPr lang="en-US" altLang="ko-KR" sz="1200" dirty="0" err="1"/>
                <a:t>Landroid</a:t>
              </a:r>
              <a:r>
                <a:rPr lang="en-US" altLang="ko-KR" sz="1200" dirty="0"/>
                <a:t>/content/</a:t>
              </a:r>
              <a:r>
                <a:rPr lang="en-US" altLang="ko-KR" sz="1200" dirty="0" err="1"/>
                <a:t>Context;Ljava</a:t>
              </a:r>
              <a:r>
                <a:rPr lang="en-US" altLang="ko-KR" sz="1200" dirty="0"/>
                <a:t>/</a:t>
              </a:r>
              <a:r>
                <a:rPr lang="en-US" altLang="ko-KR" sz="1200" dirty="0" err="1"/>
                <a:t>lang</a:t>
              </a:r>
              <a:r>
                <a:rPr lang="en-US" altLang="ko-KR" sz="1200" dirty="0"/>
                <a:t>/</a:t>
              </a:r>
              <a:r>
                <a:rPr lang="en-US" altLang="ko-KR" sz="1200" dirty="0" err="1"/>
                <a:t>CharSequence;I</a:t>
              </a:r>
              <a:r>
                <a:rPr lang="en-US" altLang="ko-KR" sz="1200" dirty="0"/>
                <a:t>)</a:t>
              </a:r>
              <a:r>
                <a:rPr lang="en-US" altLang="ko-KR" sz="1200" dirty="0" err="1"/>
                <a:t>Landroid</a:t>
              </a:r>
              <a:r>
                <a:rPr lang="en-US" altLang="ko-KR" sz="1200" dirty="0"/>
                <a:t>/widget/Toast;</a:t>
              </a:r>
            </a:p>
            <a:p>
              <a:r>
                <a:rPr lang="en-US" altLang="ko-KR" sz="1200" dirty="0"/>
                <a:t>move-result-object v0</a:t>
              </a:r>
            </a:p>
            <a:p>
              <a:r>
                <a:rPr lang="en-US" altLang="ko-KR" sz="1200" dirty="0"/>
                <a:t>invoke-virtual {v0}, </a:t>
              </a:r>
              <a:r>
                <a:rPr lang="en-US" altLang="ko-KR" sz="1200" dirty="0" err="1"/>
                <a:t>Landroid</a:t>
              </a:r>
              <a:r>
                <a:rPr lang="en-US" altLang="ko-KR" sz="1200" dirty="0"/>
                <a:t>/widget/Toast;-&gt;show()V</a:t>
              </a:r>
              <a:endParaRPr lang="ko-KR" altLang="en-US" sz="1200" dirty="0" smtClean="0"/>
            </a:p>
          </p:txBody>
        </p:sp>
        <p:cxnSp>
          <p:nvCxnSpPr>
            <p:cNvPr id="13" name="직선 연결선 12"/>
            <p:cNvCxnSpPr/>
            <p:nvPr/>
          </p:nvCxnSpPr>
          <p:spPr>
            <a:xfrm>
              <a:off x="2204815" y="2666288"/>
              <a:ext cx="5230026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591042" y="3036815"/>
              <a:ext cx="3825086" cy="36933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5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/>
                <a:t>무결성 검증 여부 테스트 코드 추가</a:t>
              </a:r>
            </a:p>
          </p:txBody>
        </p:sp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5999" y="2144390"/>
              <a:ext cx="1304482" cy="284310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  <p:sp>
          <p:nvSpPr>
            <p:cNvPr id="17" name="직사각형 16"/>
            <p:cNvSpPr/>
            <p:nvPr/>
          </p:nvSpPr>
          <p:spPr>
            <a:xfrm>
              <a:off x="2288705" y="2199505"/>
              <a:ext cx="639053" cy="178861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19" name="직선 화살표 연결선 18"/>
            <p:cNvCxnSpPr>
              <a:stCxn id="17" idx="3"/>
              <a:endCxn id="16" idx="1"/>
            </p:cNvCxnSpPr>
            <p:nvPr/>
          </p:nvCxnSpPr>
          <p:spPr>
            <a:xfrm flipV="1">
              <a:off x="2927758" y="2286545"/>
              <a:ext cx="3168241" cy="1825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8063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" y="1643062"/>
            <a:ext cx="10372725" cy="357187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613945" y="4395831"/>
            <a:ext cx="2164360" cy="2181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ctr"/>
            <a:endParaRPr lang="ko-KR" altLang="en-US" dirty="0" err="1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151" y="143930"/>
            <a:ext cx="2952749" cy="657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396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네트워크 보안 구성 적용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8200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633412" y="366712"/>
            <a:ext cx="10925175" cy="6124575"/>
            <a:chOff x="633412" y="366712"/>
            <a:chExt cx="10925175" cy="612457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3412" y="366712"/>
              <a:ext cx="10925175" cy="6124575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5775158" y="2983832"/>
              <a:ext cx="2521819" cy="173254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1097963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소스코드 </a:t>
            </a:r>
            <a:r>
              <a:rPr lang="ko-KR" altLang="en-US" dirty="0" err="1" smtClean="0"/>
              <a:t>난독화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9196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63409" y="134485"/>
            <a:ext cx="12026990" cy="6505801"/>
            <a:chOff x="63409" y="134485"/>
            <a:chExt cx="12026990" cy="6505801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409" y="134485"/>
              <a:ext cx="12026990" cy="6505801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246743" y="2685143"/>
              <a:ext cx="870857" cy="464457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9" name="직선 화살표 연결선 8"/>
            <p:cNvCxnSpPr>
              <a:stCxn id="6" idx="3"/>
            </p:cNvCxnSpPr>
            <p:nvPr/>
          </p:nvCxnSpPr>
          <p:spPr>
            <a:xfrm flipV="1">
              <a:off x="1117600" y="2917371"/>
              <a:ext cx="3396343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2466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저장소 권한 설정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1873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22831" y="420914"/>
            <a:ext cx="11517184" cy="6230030"/>
            <a:chOff x="222831" y="420914"/>
            <a:chExt cx="11517184" cy="623003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831" y="420914"/>
              <a:ext cx="11517184" cy="6230030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8113486" y="2365829"/>
              <a:ext cx="3396343" cy="261257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3364224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rgbClr val="FF0000"/>
          </a:solidFill>
        </a:ln>
      </a:spPr>
      <a:bodyPr rtlCol="0" anchor="ctr">
        <a:spAutoFit/>
      </a:bodyPr>
      <a:lstStyle>
        <a:defPPr algn="ctr">
          <a:defRPr dirty="0" err="1"/>
        </a:defPPr>
      </a:lstStyle>
    </a:spDef>
    <a:lnDef>
      <a:spPr>
        <a:ln w="254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accent4">
            <a:lumMod val="40000"/>
            <a:lumOff val="60000"/>
          </a:schemeClr>
        </a:solidFill>
        <a:ln w="25400">
          <a:solidFill>
            <a:srgbClr val="FF0000"/>
          </a:solidFill>
        </a:ln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3343</TotalTime>
  <Words>167</Words>
  <Application>Microsoft Office PowerPoint</Application>
  <PresentationFormat>와이드스크린</PresentationFormat>
  <Paragraphs>33</Paragraphs>
  <Slides>34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7" baseType="lpstr">
      <vt:lpstr>맑은 고딕</vt:lpstr>
      <vt:lpstr>Arial</vt:lpstr>
      <vt:lpstr>Office 테마</vt:lpstr>
      <vt:lpstr>하이나무 말레</vt:lpstr>
      <vt:lpstr>불충분한 권한 검증</vt:lpstr>
      <vt:lpstr>PowerPoint 프레젠테이션</vt:lpstr>
      <vt:lpstr>PowerPoint 프레젠테이션</vt:lpstr>
      <vt:lpstr>불충분한 권한 검증</vt:lpstr>
      <vt:lpstr>PowerPoint 프레젠테이션</vt:lpstr>
      <vt:lpstr>PowerPoint 프레젠테이션</vt:lpstr>
      <vt:lpstr>부적절한 이용자 인가 여부</vt:lpstr>
      <vt:lpstr>PowerPoint 프레젠테이션</vt:lpstr>
      <vt:lpstr>PowerPoint 프레젠테이션</vt:lpstr>
      <vt:lpstr>PowerPoint 프레젠테이션</vt:lpstr>
      <vt:lpstr>PowerPoint 프레젠테이션</vt:lpstr>
      <vt:lpstr>불충분한 세션 관리</vt:lpstr>
      <vt:lpstr>PowerPoint 프레젠테이션</vt:lpstr>
      <vt:lpstr>PowerPoint 프레젠테이션</vt:lpstr>
      <vt:lpstr>중요정보 노출 방지</vt:lpstr>
      <vt:lpstr>PowerPoint 프레젠테이션</vt:lpstr>
      <vt:lpstr>PowerPoint 프레젠테이션</vt:lpstr>
      <vt:lpstr>PowerPoint 프레젠테이션</vt:lpstr>
      <vt:lpstr>데이터 백업 및 디버깅 제한 설정</vt:lpstr>
      <vt:lpstr>PowerPoint 프레젠테이션</vt:lpstr>
      <vt:lpstr>PowerPoint 프레젠테이션</vt:lpstr>
      <vt:lpstr>플랫폼 변조 탐지</vt:lpstr>
      <vt:lpstr>PowerPoint 프레젠테이션</vt:lpstr>
      <vt:lpstr>프로그램 무결성 검증</vt:lpstr>
      <vt:lpstr>PowerPoint 프레젠테이션</vt:lpstr>
      <vt:lpstr>PowerPoint 프레젠테이션</vt:lpstr>
      <vt:lpstr>PowerPoint 프레젠테이션</vt:lpstr>
      <vt:lpstr>네트워크 보안 구성 적용</vt:lpstr>
      <vt:lpstr>PowerPoint 프레젠테이션</vt:lpstr>
      <vt:lpstr>소스코드 난독화</vt:lpstr>
      <vt:lpstr>PowerPoint 프레젠테이션</vt:lpstr>
      <vt:lpstr>저장소 권한 설정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서비스센터</dc:title>
  <dc:creator>user</dc:creator>
  <cp:lastModifiedBy>user</cp:lastModifiedBy>
  <cp:revision>78</cp:revision>
  <dcterms:created xsi:type="dcterms:W3CDTF">2026-03-30T04:52:57Z</dcterms:created>
  <dcterms:modified xsi:type="dcterms:W3CDTF">2026-08-11T06:53:47Z</dcterms:modified>
</cp:coreProperties>
</file>