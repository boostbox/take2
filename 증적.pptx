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2" r:id="rId4"/>
    <p:sldId id="263" r:id="rId5"/>
    <p:sldId id="257" r:id="rId6"/>
    <p:sldId id="258" r:id="rId7"/>
    <p:sldId id="260" r:id="rId8"/>
    <p:sldId id="259" r:id="rId9"/>
    <p:sldId id="261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2A"/>
    <a:srgbClr val="FFFFFF"/>
    <a:srgbClr val="A68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>
        <p:scale>
          <a:sx n="100" d="100"/>
          <a:sy n="100" d="100"/>
        </p:scale>
        <p:origin x="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435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62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74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09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149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14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66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87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661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59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554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F095A-9AB7-4AD0-BDD0-2A6F55AE7C3B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1F255-3DD5-4CAE-AF6B-46DC8126CC2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273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ko-KR" dirty="0" smtClean="0"/>
              <a:t>MR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40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전화번호 변경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1525" y="4622800"/>
            <a:ext cx="1094261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h</a:t>
            </a:r>
            <a:r>
              <a:rPr lang="en-US" altLang="ko-KR" dirty="0" smtClean="0"/>
              <a:t>ttps://report-dev.namuhx.com/api/app/user/pass/info?uuid=8b219840-709a-4b95-b1cd-67a3395944ce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64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5" b="6422"/>
          <a:stretch/>
        </p:blipFill>
        <p:spPr>
          <a:xfrm>
            <a:off x="3817396" y="402672"/>
            <a:ext cx="3266700" cy="60316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9" name="그룹 8"/>
          <p:cNvGrpSpPr/>
          <p:nvPr/>
        </p:nvGrpSpPr>
        <p:grpSpPr>
          <a:xfrm>
            <a:off x="478573" y="402672"/>
            <a:ext cx="3248526" cy="6031684"/>
            <a:chOff x="478573" y="402672"/>
            <a:chExt cx="3248526" cy="6031684"/>
          </a:xfrm>
        </p:grpSpPr>
        <p:grpSp>
          <p:nvGrpSpPr>
            <p:cNvPr id="7" name="그룹 6"/>
            <p:cNvGrpSpPr/>
            <p:nvPr/>
          </p:nvGrpSpPr>
          <p:grpSpPr>
            <a:xfrm>
              <a:off x="478573" y="402672"/>
              <a:ext cx="3248526" cy="6031684"/>
              <a:chOff x="478573" y="402672"/>
              <a:chExt cx="3248526" cy="6031684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72" b="6178"/>
              <a:stretch/>
            </p:blipFill>
            <p:spPr>
              <a:xfrm>
                <a:off x="478573" y="402672"/>
                <a:ext cx="3248526" cy="6031684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</p:pic>
          <p:sp>
            <p:nvSpPr>
              <p:cNvPr id="5" name="직사각형 4"/>
              <p:cNvSpPr/>
              <p:nvPr/>
            </p:nvSpPr>
            <p:spPr>
              <a:xfrm>
                <a:off x="2667699" y="3514987"/>
                <a:ext cx="880844" cy="22650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3405188" y="1538288"/>
              <a:ext cx="114299" cy="128587"/>
            </a:xfrm>
            <a:prstGeom prst="rect">
              <a:avLst/>
            </a:prstGeom>
            <a:solidFill>
              <a:srgbClr val="2A2A2A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323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0" b="5810"/>
          <a:stretch/>
        </p:blipFill>
        <p:spPr>
          <a:xfrm>
            <a:off x="1283920" y="494951"/>
            <a:ext cx="3248526" cy="60232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그룹 8"/>
          <p:cNvGrpSpPr/>
          <p:nvPr/>
        </p:nvGrpSpPr>
        <p:grpSpPr>
          <a:xfrm>
            <a:off x="4532446" y="494950"/>
            <a:ext cx="3248526" cy="6023296"/>
            <a:chOff x="4532446" y="494951"/>
            <a:chExt cx="3248526" cy="602329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361" b="5811"/>
            <a:stretch/>
          </p:blipFill>
          <p:spPr>
            <a:xfrm>
              <a:off x="4532446" y="494951"/>
              <a:ext cx="3248526" cy="60232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/>
            <p:cNvSpPr/>
            <p:nvPr/>
          </p:nvSpPr>
          <p:spPr>
            <a:xfrm>
              <a:off x="5043488" y="2837033"/>
              <a:ext cx="228599" cy="335745"/>
            </a:xfrm>
            <a:prstGeom prst="rect">
              <a:avLst/>
            </a:prstGeom>
            <a:solidFill>
              <a:srgbClr val="FFFFFF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200650" y="4094333"/>
              <a:ext cx="438150" cy="335745"/>
            </a:xfrm>
            <a:prstGeom prst="rect">
              <a:avLst/>
            </a:prstGeom>
            <a:solidFill>
              <a:srgbClr val="FFFFFF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9" b="5854"/>
          <a:stretch/>
        </p:blipFill>
        <p:spPr>
          <a:xfrm>
            <a:off x="7780972" y="495301"/>
            <a:ext cx="3248526" cy="6019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4833937" y="3465682"/>
            <a:ext cx="388144" cy="335745"/>
          </a:xfrm>
          <a:prstGeom prst="rect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689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77" y="576310"/>
            <a:ext cx="9026851" cy="43014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46246" y="5813571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Pass </a:t>
            </a:r>
            <a:r>
              <a:rPr lang="ko-KR" altLang="en-US" dirty="0" smtClean="0"/>
              <a:t>인증번호 입력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1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0575" y="5419725"/>
            <a:ext cx="621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인증한 휴대전화번호를 내가 변경할 휴대전화 번호로 변</a:t>
            </a:r>
            <a:r>
              <a:rPr lang="ko-KR" altLang="en-US" dirty="0"/>
              <a:t>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28650" y="329522"/>
            <a:ext cx="9910762" cy="4813978"/>
            <a:chOff x="628650" y="329522"/>
            <a:chExt cx="9910762" cy="481397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329522"/>
              <a:ext cx="9910762" cy="4813978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7100" y="2736511"/>
              <a:ext cx="2686050" cy="304800"/>
            </a:xfrm>
            <a:prstGeom prst="rect">
              <a:avLst/>
            </a:prstGeom>
          </p:spPr>
        </p:pic>
        <p:cxnSp>
          <p:nvCxnSpPr>
            <p:cNvPr id="6" name="직선 화살표 연결선 5"/>
            <p:cNvCxnSpPr>
              <a:stCxn id="4" idx="2"/>
            </p:cNvCxnSpPr>
            <p:nvPr/>
          </p:nvCxnSpPr>
          <p:spPr>
            <a:xfrm flipH="1">
              <a:off x="7800975" y="3041311"/>
              <a:ext cx="819150" cy="111464"/>
            </a:xfrm>
            <a:prstGeom prst="straightConnector1">
              <a:avLst/>
            </a:prstGeom>
            <a:ln w="25400">
              <a:solidFill>
                <a:srgbClr val="2A2A2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882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12" y="1026160"/>
            <a:ext cx="10406438" cy="3816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1920" y="5181600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변조한 번호로 인증된 것을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54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3" b="5778"/>
          <a:stretch/>
        </p:blipFill>
        <p:spPr>
          <a:xfrm>
            <a:off x="346777" y="203200"/>
            <a:ext cx="3248526" cy="6146800"/>
          </a:xfrm>
          <a:prstGeom prst="rect">
            <a:avLst/>
          </a:prstGeom>
          <a:ln>
            <a:solidFill>
              <a:srgbClr val="2A2A2A"/>
            </a:solidFill>
          </a:ln>
        </p:spPr>
      </p:pic>
      <p:grpSp>
        <p:nvGrpSpPr>
          <p:cNvPr id="11" name="그룹 10"/>
          <p:cNvGrpSpPr/>
          <p:nvPr/>
        </p:nvGrpSpPr>
        <p:grpSpPr>
          <a:xfrm>
            <a:off x="3666423" y="203200"/>
            <a:ext cx="3248526" cy="6146800"/>
            <a:chOff x="5678103" y="314960"/>
            <a:chExt cx="3248526" cy="614680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93" b="5778"/>
            <a:stretch/>
          </p:blipFill>
          <p:spPr>
            <a:xfrm>
              <a:off x="5678103" y="314960"/>
              <a:ext cx="3248526" cy="6146800"/>
            </a:xfrm>
            <a:prstGeom prst="rect">
              <a:avLst/>
            </a:prstGeom>
            <a:ln>
              <a:solidFill>
                <a:srgbClr val="2A2A2A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7833360" y="3515360"/>
              <a:ext cx="914400" cy="24384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841331" y="5364480"/>
              <a:ext cx="914400" cy="24384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/>
            <p:cNvCxnSpPr>
              <a:stCxn id="6" idx="2"/>
            </p:cNvCxnSpPr>
            <p:nvPr/>
          </p:nvCxnSpPr>
          <p:spPr>
            <a:xfrm flipH="1">
              <a:off x="6298531" y="3759200"/>
              <a:ext cx="1992029" cy="160528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7355840" y="2407920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전화번호가 바뀐 것을 확인 후 로그아웃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109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8" b="5778"/>
          <a:stretch/>
        </p:blipFill>
        <p:spPr>
          <a:xfrm>
            <a:off x="2145097" y="375920"/>
            <a:ext cx="3248526" cy="61671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4" b="6222"/>
          <a:stretch/>
        </p:blipFill>
        <p:spPr>
          <a:xfrm>
            <a:off x="5426777" y="375920"/>
            <a:ext cx="3248526" cy="6177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961120" y="2092960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변경한 번호로 로그인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71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3" y="406400"/>
            <a:ext cx="10625002" cy="44630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7600" y="5933440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프록시 툴을 사용해 로그인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1932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단말기 내 중요정보 저장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62150" y="4724400"/>
            <a:ext cx="529337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경로 </a:t>
            </a:r>
            <a:r>
              <a:rPr lang="en-US" altLang="ko-KR" dirty="0"/>
              <a:t>: /data/data/</a:t>
            </a:r>
            <a:r>
              <a:rPr lang="en-US" altLang="ko-KR" dirty="0" err="1"/>
              <a:t>com.magic.android.iot.dev</a:t>
            </a:r>
            <a:r>
              <a:rPr lang="en-US" altLang="ko-KR" dirty="0"/>
              <a:t>/files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4" y="304800"/>
            <a:ext cx="11723568" cy="3517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084" y="3992880"/>
            <a:ext cx="9273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‘Hi </a:t>
            </a:r>
            <a:r>
              <a:rPr lang="en-US" altLang="ko-KR" dirty="0" err="1"/>
              <a:t>N</a:t>
            </a:r>
            <a:r>
              <a:rPr lang="en-US" altLang="ko-KR" dirty="0" err="1" smtClean="0"/>
              <a:t>amuh</a:t>
            </a:r>
            <a:r>
              <a:rPr lang="en-US" altLang="ko-KR" dirty="0" smtClean="0"/>
              <a:t> dev’</a:t>
            </a:r>
            <a:r>
              <a:rPr lang="ko-KR" altLang="en-US" dirty="0" smtClean="0"/>
              <a:t>의 앱 전용 디렉터리에서 </a:t>
            </a:r>
            <a:r>
              <a:rPr lang="en-US" altLang="ko-KR" dirty="0" smtClean="0"/>
              <a:t>file </a:t>
            </a:r>
            <a:r>
              <a:rPr lang="ko-KR" altLang="en-US" dirty="0" smtClean="0"/>
              <a:t>디렉터리 내 </a:t>
            </a:r>
            <a:r>
              <a:rPr lang="en-US" altLang="ko-KR" dirty="0" smtClean="0"/>
              <a:t>frc_1:···.</a:t>
            </a:r>
            <a:r>
              <a:rPr lang="en-US" altLang="ko-KR" dirty="0" err="1" smtClean="0"/>
              <a:t>json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내 정보 확인</a:t>
            </a:r>
            <a:endParaRPr lang="en-US" altLang="ko-KR" dirty="0" smtClean="0"/>
          </a:p>
          <a:p>
            <a:r>
              <a:rPr lang="en-US" altLang="ko-KR" dirty="0" smtClean="0"/>
              <a:t>‘</a:t>
            </a:r>
            <a:r>
              <a:rPr lang="en-US" altLang="ko-KR" dirty="0" err="1"/>
              <a:t>a</a:t>
            </a:r>
            <a:r>
              <a:rPr lang="en-US" altLang="ko-KR" dirty="0" err="1" smtClean="0"/>
              <a:t>ir_solution_consulting_password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라는 값 확인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207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533615" y="339725"/>
            <a:ext cx="6537544" cy="6197600"/>
            <a:chOff x="1524215" y="254000"/>
            <a:chExt cx="6537544" cy="6197600"/>
          </a:xfrm>
        </p:grpSpPr>
        <p:grpSp>
          <p:nvGrpSpPr>
            <p:cNvPr id="5" name="그룹 4"/>
            <p:cNvGrpSpPr/>
            <p:nvPr/>
          </p:nvGrpSpPr>
          <p:grpSpPr>
            <a:xfrm>
              <a:off x="1524215" y="254000"/>
              <a:ext cx="3269968" cy="6197600"/>
              <a:chOff x="1524215" y="254000"/>
              <a:chExt cx="3269968" cy="6197600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149" b="6074"/>
              <a:stretch/>
            </p:blipFill>
            <p:spPr>
              <a:xfrm>
                <a:off x="1524215" y="254000"/>
                <a:ext cx="3269968" cy="61976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" name="직사각형 2"/>
              <p:cNvSpPr/>
              <p:nvPr/>
            </p:nvSpPr>
            <p:spPr>
              <a:xfrm>
                <a:off x="2946400" y="4775200"/>
                <a:ext cx="426720" cy="51816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4813233" y="254000"/>
              <a:ext cx="3248526" cy="6197600"/>
              <a:chOff x="4794183" y="254000"/>
              <a:chExt cx="3248526" cy="6197600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03" b="5778"/>
              <a:stretch/>
            </p:blipFill>
            <p:spPr>
              <a:xfrm>
                <a:off x="4794183" y="254000"/>
                <a:ext cx="3248526" cy="61976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" name="직사각형 5"/>
              <p:cNvSpPr/>
              <p:nvPr/>
            </p:nvSpPr>
            <p:spPr>
              <a:xfrm>
                <a:off x="7101840" y="762000"/>
                <a:ext cx="670560" cy="17272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7772400" y="514350"/>
                <a:ext cx="101600" cy="16906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" name="직선 화살표 연결선 8"/>
              <p:cNvCxnSpPr>
                <a:stCxn id="7" idx="1"/>
                <a:endCxn id="6" idx="0"/>
              </p:cNvCxnSpPr>
              <p:nvPr/>
            </p:nvCxnSpPr>
            <p:spPr>
              <a:xfrm flipH="1">
                <a:off x="7437120" y="598885"/>
                <a:ext cx="335280" cy="163115"/>
              </a:xfrm>
              <a:prstGeom prst="straightConnector1">
                <a:avLst/>
              </a:prstGeom>
              <a:ln w="254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/>
          <p:cNvSpPr txBox="1"/>
          <p:nvPr/>
        </p:nvSpPr>
        <p:spPr>
          <a:xfrm>
            <a:off x="2687173" y="5009753"/>
            <a:ext cx="661431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등록되어 있는 </a:t>
            </a:r>
            <a:r>
              <a:rPr lang="en-US" altLang="ko-KR" dirty="0" smtClean="0"/>
              <a:t>A1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리포트</a:t>
            </a:r>
            <a:r>
              <a:rPr lang="en-US" altLang="ko-KR" dirty="0" smtClean="0"/>
              <a:t>’</a:t>
            </a:r>
            <a:r>
              <a:rPr lang="ko-KR" altLang="en-US" dirty="0" smtClean="0"/>
              <a:t> 클릭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리포트 생성 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760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290512" y="0"/>
            <a:ext cx="6497052" cy="6858000"/>
            <a:chOff x="2290512" y="0"/>
            <a:chExt cx="6497052" cy="68580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0512" y="0"/>
              <a:ext cx="3248526" cy="6858000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9038" y="0"/>
              <a:ext cx="3248526" cy="6858000"/>
            </a:xfrm>
            <a:prstGeom prst="rect">
              <a:avLst/>
            </a:prstGeom>
          </p:spPr>
        </p:pic>
      </p:grpSp>
      <p:grpSp>
        <p:nvGrpSpPr>
          <p:cNvPr id="11" name="그룹 10"/>
          <p:cNvGrpSpPr/>
          <p:nvPr/>
        </p:nvGrpSpPr>
        <p:grpSpPr>
          <a:xfrm>
            <a:off x="3041967" y="576739"/>
            <a:ext cx="6498899" cy="6057901"/>
            <a:chOff x="4770600" y="266699"/>
            <a:chExt cx="6498899" cy="605790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rcRect t="5836" b="5838"/>
            <a:stretch/>
          </p:blipFill>
          <p:spPr>
            <a:xfrm>
              <a:off x="4770600" y="266699"/>
              <a:ext cx="6498899" cy="60579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6400800" y="5657850"/>
              <a:ext cx="1409700" cy="4381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686800" y="3571875"/>
              <a:ext cx="1933575" cy="8572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8" name="직선 화살표 연결선 7"/>
            <p:cNvCxnSpPr>
              <a:stCxn id="6" idx="0"/>
              <a:endCxn id="7" idx="1"/>
            </p:cNvCxnSpPr>
            <p:nvPr/>
          </p:nvCxnSpPr>
          <p:spPr>
            <a:xfrm flipV="1">
              <a:off x="7105650" y="4000500"/>
              <a:ext cx="1581150" cy="1657350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4852412" y="2258974"/>
            <a:ext cx="633378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탈취한 비밀번호</a:t>
            </a:r>
            <a:r>
              <a:rPr lang="en-US" altLang="ko-KR" dirty="0" smtClean="0"/>
              <a:t>(1937)</a:t>
            </a:r>
            <a:r>
              <a:rPr lang="ko-KR" altLang="en-US" dirty="0" smtClean="0"/>
              <a:t>입력 후 관리자</a:t>
            </a:r>
            <a:r>
              <a:rPr lang="en-US" altLang="ko-KR" dirty="0"/>
              <a:t> </a:t>
            </a:r>
            <a:r>
              <a:rPr lang="ko-KR" altLang="en-US" dirty="0" smtClean="0"/>
              <a:t>전용 기능 사용 시도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280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585537" y="0"/>
            <a:ext cx="6497052" cy="6858000"/>
            <a:chOff x="4471737" y="0"/>
            <a:chExt cx="6497052" cy="685800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1737" y="0"/>
              <a:ext cx="3248526" cy="6858000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263" y="0"/>
              <a:ext cx="3248526" cy="6858000"/>
            </a:xfrm>
            <a:prstGeom prst="rect">
              <a:avLst/>
            </a:prstGeom>
          </p:spPr>
        </p:pic>
      </p:grpSp>
      <p:grpSp>
        <p:nvGrpSpPr>
          <p:cNvPr id="8" name="그룹 7"/>
          <p:cNvGrpSpPr/>
          <p:nvPr/>
        </p:nvGrpSpPr>
        <p:grpSpPr>
          <a:xfrm>
            <a:off x="4503900" y="219074"/>
            <a:ext cx="6498899" cy="6172201"/>
            <a:chOff x="4503900" y="219074"/>
            <a:chExt cx="6498899" cy="617220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rcRect t="4313" b="5694"/>
            <a:stretch/>
          </p:blipFill>
          <p:spPr>
            <a:xfrm>
              <a:off x="4503900" y="219074"/>
              <a:ext cx="6498899" cy="61722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5934075" y="5610225"/>
              <a:ext cx="371475" cy="1905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7896225" y="838200"/>
              <a:ext cx="2981325" cy="40576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647699" y="468868"/>
            <a:ext cx="445025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날짜 선택 후 조회 하면 리포트 조회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32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87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5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0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70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76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23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58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4">
            <a:lumMod val="20000"/>
            <a:lumOff val="8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103</Words>
  <Application>Microsoft Office PowerPoint</Application>
  <PresentationFormat>와이드스크린</PresentationFormat>
  <Paragraphs>16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MR 4</vt:lpstr>
      <vt:lpstr>전화번호 변경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단말기 내 중요정보 저장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</cp:revision>
  <dcterms:created xsi:type="dcterms:W3CDTF">2026-02-20T04:51:38Z</dcterms:created>
  <dcterms:modified xsi:type="dcterms:W3CDTF">2026-02-25T08:22:14Z</dcterms:modified>
</cp:coreProperties>
</file>