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3" r:id="rId4"/>
    <p:sldId id="274" r:id="rId5"/>
    <p:sldId id="284" r:id="rId6"/>
    <p:sldId id="286" r:id="rId7"/>
    <p:sldId id="292" r:id="rId8"/>
    <p:sldId id="291" r:id="rId9"/>
    <p:sldId id="287" r:id="rId10"/>
    <p:sldId id="288" r:id="rId11"/>
    <p:sldId id="289" r:id="rId12"/>
    <p:sldId id="290" r:id="rId13"/>
    <p:sldId id="293" r:id="rId14"/>
    <p:sldId id="294" r:id="rId15"/>
    <p:sldId id="285" r:id="rId16"/>
    <p:sldId id="282" r:id="rId17"/>
    <p:sldId id="283" r:id="rId18"/>
    <p:sldId id="295" r:id="rId19"/>
    <p:sldId id="299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433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395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47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632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710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307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207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408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453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0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837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BF397-E9B3-4A39-BA8C-ED76B10DB6CA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164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ko-KR" altLang="en-US" dirty="0" smtClean="0"/>
              <a:t>서비스센터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2738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89045"/>
              </p:ext>
            </p:extLst>
          </p:nvPr>
        </p:nvGraphicFramePr>
        <p:xfrm>
          <a:off x="420913" y="284242"/>
          <a:ext cx="11553372" cy="202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07773">
                  <a:extLst>
                    <a:ext uri="{9D8B030D-6E8A-4147-A177-3AD203B41FA5}">
                      <a16:colId xmlns:a16="http://schemas.microsoft.com/office/drawing/2014/main" val="2507738743"/>
                    </a:ext>
                  </a:extLst>
                </a:gridCol>
                <a:gridCol w="725714">
                  <a:extLst>
                    <a:ext uri="{9D8B030D-6E8A-4147-A177-3AD203B41FA5}">
                      <a16:colId xmlns:a16="http://schemas.microsoft.com/office/drawing/2014/main" val="2799868519"/>
                    </a:ext>
                  </a:extLst>
                </a:gridCol>
                <a:gridCol w="5631542">
                  <a:extLst>
                    <a:ext uri="{9D8B030D-6E8A-4147-A177-3AD203B41FA5}">
                      <a16:colId xmlns:a16="http://schemas.microsoft.com/office/drawing/2014/main" val="4013902362"/>
                    </a:ext>
                  </a:extLst>
                </a:gridCol>
                <a:gridCol w="2888343">
                  <a:extLst>
                    <a:ext uri="{9D8B030D-6E8A-4147-A177-3AD203B41FA5}">
                      <a16:colId xmlns:a16="http://schemas.microsoft.com/office/drawing/2014/main" val="13346777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Mode private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양호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Getsharedpreferences</a:t>
                      </a:r>
                      <a:r>
                        <a:rPr lang="en-US" altLang="ko-K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모두 </a:t>
                      </a:r>
                      <a:r>
                        <a:rPr lang="en-US" altLang="ko-K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ko-K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Jadx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8123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Stack</a:t>
                      </a:r>
                      <a:r>
                        <a:rPr lang="en-US" altLang="ko-KR" baseline="0" dirty="0" smtClean="0"/>
                        <a:t> canary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양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Imports __</a:t>
                      </a:r>
                      <a:r>
                        <a:rPr lang="en-US" altLang="ko-KR" dirty="0" err="1" smtClean="0"/>
                        <a:t>stack_chk_fail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적용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기드라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448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ARC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양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Imports </a:t>
                      </a:r>
                      <a:r>
                        <a:rPr lang="ko-KR" altLang="en-US" dirty="0" smtClean="0"/>
                        <a:t>항목 내에 </a:t>
                      </a:r>
                      <a:r>
                        <a:rPr lang="en-US" altLang="ko-KR" dirty="0" smtClean="0"/>
                        <a:t>_</a:t>
                      </a:r>
                      <a:r>
                        <a:rPr lang="en-US" altLang="ko-KR" dirty="0" err="1" smtClean="0"/>
                        <a:t>objc_retain</a:t>
                      </a:r>
                      <a:r>
                        <a:rPr lang="en-US" altLang="ko-KR" dirty="0" smtClean="0"/>
                        <a:t>, _</a:t>
                      </a:r>
                      <a:r>
                        <a:rPr lang="en-US" altLang="ko-KR" dirty="0" err="1" smtClean="0"/>
                        <a:t>objc_release</a:t>
                      </a:r>
                      <a:r>
                        <a:rPr lang="en-US" altLang="ko-KR" dirty="0" smtClean="0"/>
                        <a:t>, _</a:t>
                      </a:r>
                      <a:r>
                        <a:rPr lang="en-US" altLang="ko-KR" dirty="0" err="1" smtClean="0"/>
                        <a:t>objc_autorelease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함수들이 포함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기드라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818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aslr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양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pt-BR" altLang="ko-KR" dirty="0" smtClean="0"/>
                        <a:t> 100000018 85 00 21 00     ddw       210085h                 flags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기드라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321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1888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불충분한 권한 검증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006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6025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불충분한 권한 검증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1545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068" y="343949"/>
            <a:ext cx="2892120" cy="609372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442" y="343949"/>
            <a:ext cx="2565282" cy="609372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6978" y="343949"/>
            <a:ext cx="1974769" cy="609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059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283" y="268448"/>
            <a:ext cx="2892120" cy="609372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544" y="268448"/>
            <a:ext cx="2889628" cy="608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199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64" y="507900"/>
            <a:ext cx="11153134" cy="5171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20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54" y="234717"/>
            <a:ext cx="9763125" cy="64389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665" y="1919856"/>
            <a:ext cx="2105025" cy="2667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1180" y="335123"/>
            <a:ext cx="2889628" cy="60884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52800" y="4191000"/>
            <a:ext cx="746076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https://</a:t>
            </a:r>
            <a:r>
              <a:rPr lang="ko-KR" altLang="en-US" dirty="0" smtClean="0"/>
              <a:t>m.skintellixservice.com/mobile/parts/partsFaqUpdateModal.do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7296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71244" y="261967"/>
            <a:ext cx="75392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https://m.skintellixservice.com/mobile/parts/updatePartsFaqReg.do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180" y="759990"/>
            <a:ext cx="6486991" cy="578630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335" y="608903"/>
            <a:ext cx="2889628" cy="608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534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57" y="348574"/>
            <a:ext cx="10905327" cy="523010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8845" y="485078"/>
            <a:ext cx="2889627" cy="608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27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1225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950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8908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180" y="505347"/>
            <a:ext cx="5690576" cy="538660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14" y="505348"/>
            <a:ext cx="5646796" cy="538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442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불충분한 세션 관리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1297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76249" y="114985"/>
            <a:ext cx="68103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https://m.skintellixservice.com/mobile/mypage/mypageMain.do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13" y="761999"/>
            <a:ext cx="11095612" cy="532136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0444" y="299651"/>
            <a:ext cx="2879794" cy="6067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1436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88" y="518820"/>
            <a:ext cx="11046568" cy="529784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6187" y="293551"/>
            <a:ext cx="2879794" cy="6067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970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5984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데이터 백업 및 디버깅 제한 설정 </a:t>
            </a:r>
            <a:r>
              <a:rPr lang="en-US" altLang="ko-KR" dirty="0" smtClean="0"/>
              <a:t>(android)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32719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416468" y="1791964"/>
            <a:ext cx="31647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 </a:t>
            </a:r>
            <a:r>
              <a:rPr lang="ko-KR" altLang="en-US" dirty="0" err="1"/>
              <a:t>android:allowBackup</a:t>
            </a:r>
            <a:r>
              <a:rPr lang="ko-KR" altLang="en-US" dirty="0"/>
              <a:t>="</a:t>
            </a:r>
            <a:r>
              <a:rPr lang="ko-KR" altLang="en-US" dirty="0" err="1"/>
              <a:t>true</a:t>
            </a:r>
            <a:r>
              <a:rPr lang="ko-KR" altLang="en-US" dirty="0"/>
              <a:t>"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330" y="2506298"/>
            <a:ext cx="10077450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9636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49167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네트워크 보안 구성 적용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(android)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67606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51" y="744610"/>
            <a:ext cx="10077450" cy="295275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301908" y="4418586"/>
            <a:ext cx="378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android:usesCleartextTraffic</a:t>
            </a:r>
            <a:r>
              <a:rPr lang="ko-KR" altLang="en-US" dirty="0"/>
              <a:t>="</a:t>
            </a:r>
            <a:r>
              <a:rPr lang="ko-KR" altLang="en-US" dirty="0" err="1"/>
              <a:t>true</a:t>
            </a:r>
            <a:r>
              <a:rPr lang="ko-KR" altLang="en-US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5245625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애플리케이션 전송 보안</a:t>
            </a:r>
            <a:r>
              <a:rPr lang="en-US" altLang="ko-KR" dirty="0" smtClean="0"/>
              <a:t>(ATS) </a:t>
            </a:r>
            <a:r>
              <a:rPr lang="ko-KR" altLang="en-US" dirty="0" smtClean="0"/>
              <a:t>설정 </a:t>
            </a:r>
            <a:r>
              <a:rPr lang="en-US" altLang="ko-KR" dirty="0" smtClean="0"/>
              <a:t>(iOS)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15367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81" y="320496"/>
            <a:ext cx="11071720" cy="475248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72401" y="5610029"/>
            <a:ext cx="3964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 smtClean="0"/>
              <a:t>NSAllowsArbitraryLoads</a:t>
            </a:r>
            <a:r>
              <a:rPr lang="ko-KR" altLang="en-US" dirty="0" smtClean="0"/>
              <a:t> </a:t>
            </a:r>
            <a:r>
              <a:rPr lang="en-US" altLang="ko-KR" dirty="0" smtClean="0"/>
              <a:t>= true </a:t>
            </a:r>
            <a:r>
              <a:rPr lang="ko-KR" altLang="en-US" dirty="0" smtClean="0"/>
              <a:t>설정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269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25400">
          <a:solidFill>
            <a:srgbClr val="FF0000"/>
          </a:solidFill>
        </a:ln>
      </a:spPr>
      <a:bodyPr>
        <a:spAutoFit/>
      </a:bodyPr>
      <a:lstStyle>
        <a:defPPr>
          <a:defRPr dirty="0" err="1"/>
        </a:defPPr>
      </a:lstStyle>
    </a:spDef>
    <a:lnDef>
      <a:spPr>
        <a:ln w="254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chemeClr val="accent4">
            <a:lumMod val="40000"/>
            <a:lumOff val="60000"/>
          </a:schemeClr>
        </a:solidFill>
        <a:ln w="25400">
          <a:solidFill>
            <a:srgbClr val="FF0000"/>
          </a:solidFill>
        </a:ln>
      </a:spPr>
      <a:bodyPr wrap="none" rtlCol="0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3108</TotalTime>
  <Words>98</Words>
  <Application>Microsoft Office PowerPoint</Application>
  <PresentationFormat>와이드스크린</PresentationFormat>
  <Paragraphs>29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8" baseType="lpstr">
      <vt:lpstr>맑은 고딕</vt:lpstr>
      <vt:lpstr>Arial</vt:lpstr>
      <vt:lpstr>Office 테마</vt:lpstr>
      <vt:lpstr>서비스센터</vt:lpstr>
      <vt:lpstr>PowerPoint 프레젠테이션</vt:lpstr>
      <vt:lpstr>불충분한 권한 검증</vt:lpstr>
      <vt:lpstr>PowerPoint 프레젠테이션</vt:lpstr>
      <vt:lpstr>불충분한 권한 검증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불충분한 세션 관리</vt:lpstr>
      <vt:lpstr>PowerPoint 프레젠테이션</vt:lpstr>
      <vt:lpstr>PowerPoint 프레젠테이션</vt:lpstr>
      <vt:lpstr>PowerPoint 프레젠테이션</vt:lpstr>
      <vt:lpstr>데이터 백업 및 디버깅 제한 설정 (android)</vt:lpstr>
      <vt:lpstr>PowerPoint 프레젠테이션</vt:lpstr>
      <vt:lpstr>네트워크 보안 구성 적용 (android)</vt:lpstr>
      <vt:lpstr>PowerPoint 프레젠테이션</vt:lpstr>
      <vt:lpstr>애플리케이션 전송 보안(ATS) 설정 (iOS)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서비스센터</dc:title>
  <dc:creator>user</dc:creator>
  <cp:lastModifiedBy>user</cp:lastModifiedBy>
  <cp:revision>59</cp:revision>
  <dcterms:created xsi:type="dcterms:W3CDTF">2026-03-30T04:52:57Z</dcterms:created>
  <dcterms:modified xsi:type="dcterms:W3CDTF">2026-04-30T03:40:58Z</dcterms:modified>
</cp:coreProperties>
</file>